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5" r:id="rId2"/>
    <p:sldId id="256" r:id="rId3"/>
    <p:sldId id="257" r:id="rId4"/>
    <p:sldId id="285" r:id="rId5"/>
    <p:sldId id="258" r:id="rId6"/>
    <p:sldId id="284" r:id="rId7"/>
    <p:sldId id="286" r:id="rId8"/>
    <p:sldId id="266" r:id="rId9"/>
    <p:sldId id="276" r:id="rId10"/>
    <p:sldId id="27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5A0384-5E9A-4436-9593-6182C53F7079}" v="50" dt="2024-10-06T03:38:26.8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26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shi Suthar" userId="5a5453355c6687a8" providerId="LiveId" clId="{ED5A0384-5E9A-4436-9593-6182C53F7079}"/>
    <pc:docChg chg="undo custSel addSld delSld modSld sldOrd">
      <pc:chgData name="Rushi Suthar" userId="5a5453355c6687a8" providerId="LiveId" clId="{ED5A0384-5E9A-4436-9593-6182C53F7079}" dt="2024-10-06T03:41:44.539" v="2941" actId="1038"/>
      <pc:docMkLst>
        <pc:docMk/>
      </pc:docMkLst>
      <pc:sldChg chg="addSp delSp modSp mod">
        <pc:chgData name="Rushi Suthar" userId="5a5453355c6687a8" providerId="LiveId" clId="{ED5A0384-5E9A-4436-9593-6182C53F7079}" dt="2024-10-06T03:37:24.298" v="2837" actId="1035"/>
        <pc:sldMkLst>
          <pc:docMk/>
          <pc:sldMk cId="2109895522" sldId="256"/>
        </pc:sldMkLst>
        <pc:spChg chg="mod">
          <ac:chgData name="Rushi Suthar" userId="5a5453355c6687a8" providerId="LiveId" clId="{ED5A0384-5E9A-4436-9593-6182C53F7079}" dt="2024-10-05T18:58:11.675" v="599" actId="1037"/>
          <ac:spMkLst>
            <pc:docMk/>
            <pc:sldMk cId="2109895522" sldId="256"/>
            <ac:spMk id="5" creationId="{95C2ED93-16AB-602C-B587-F28CAAE62068}"/>
          </ac:spMkLst>
        </pc:spChg>
        <pc:spChg chg="mod">
          <ac:chgData name="Rushi Suthar" userId="5a5453355c6687a8" providerId="LiveId" clId="{ED5A0384-5E9A-4436-9593-6182C53F7079}" dt="2024-10-05T18:57:47.540" v="557" actId="1036"/>
          <ac:spMkLst>
            <pc:docMk/>
            <pc:sldMk cId="2109895522" sldId="256"/>
            <ac:spMk id="6" creationId="{63E77057-9043-2B9F-6926-CE8C75C126FE}"/>
          </ac:spMkLst>
        </pc:spChg>
        <pc:spChg chg="mod">
          <ac:chgData name="Rushi Suthar" userId="5a5453355c6687a8" providerId="LiveId" clId="{ED5A0384-5E9A-4436-9593-6182C53F7079}" dt="2024-10-05T18:58:20.808" v="606" actId="1038"/>
          <ac:spMkLst>
            <pc:docMk/>
            <pc:sldMk cId="2109895522" sldId="256"/>
            <ac:spMk id="8" creationId="{39CB7D9E-74FC-2C9E-9C9F-9D535C6DDD21}"/>
          </ac:spMkLst>
        </pc:spChg>
        <pc:picChg chg="add mod">
          <ac:chgData name="Rushi Suthar" userId="5a5453355c6687a8" providerId="LiveId" clId="{ED5A0384-5E9A-4436-9593-6182C53F7079}" dt="2024-10-06T03:37:24.298" v="2837" actId="1035"/>
          <ac:picMkLst>
            <pc:docMk/>
            <pc:sldMk cId="2109895522" sldId="256"/>
            <ac:picMk id="2" creationId="{A19BD38B-822D-34EC-E9A8-2D0527474BAD}"/>
          </ac:picMkLst>
        </pc:picChg>
        <pc:picChg chg="add mod modCrop">
          <ac:chgData name="Rushi Suthar" userId="5a5453355c6687a8" providerId="LiveId" clId="{ED5A0384-5E9A-4436-9593-6182C53F7079}" dt="2024-10-05T18:55:00.111" v="495" actId="14100"/>
          <ac:picMkLst>
            <pc:docMk/>
            <pc:sldMk cId="2109895522" sldId="256"/>
            <ac:picMk id="3" creationId="{60B9ADF6-5D20-DA3C-F69F-DF81EEF5F166}"/>
          </ac:picMkLst>
        </pc:picChg>
        <pc:picChg chg="add del mod modCrop">
          <ac:chgData name="Rushi Suthar" userId="5a5453355c6687a8" providerId="LiveId" clId="{ED5A0384-5E9A-4436-9593-6182C53F7079}" dt="2024-10-06T03:37:22.565" v="2833" actId="478"/>
          <ac:picMkLst>
            <pc:docMk/>
            <pc:sldMk cId="2109895522" sldId="256"/>
            <ac:picMk id="7" creationId="{EC002FA3-5A23-0EC8-0AFE-EAC83AD292C1}"/>
          </ac:picMkLst>
        </pc:picChg>
        <pc:picChg chg="mod">
          <ac:chgData name="Rushi Suthar" userId="5a5453355c6687a8" providerId="LiveId" clId="{ED5A0384-5E9A-4436-9593-6182C53F7079}" dt="2024-10-05T18:54:10.291" v="485" actId="14100"/>
          <ac:picMkLst>
            <pc:docMk/>
            <pc:sldMk cId="2109895522" sldId="256"/>
            <ac:picMk id="9" creationId="{6D73B708-6F05-5E8B-21FC-4DC948C1BE3B}"/>
          </ac:picMkLst>
        </pc:picChg>
        <pc:picChg chg="del">
          <ac:chgData name="Rushi Suthar" userId="5a5453355c6687a8" providerId="LiveId" clId="{ED5A0384-5E9A-4436-9593-6182C53F7079}" dt="2024-10-05T18:54:01.874" v="484" actId="478"/>
          <ac:picMkLst>
            <pc:docMk/>
            <pc:sldMk cId="2109895522" sldId="256"/>
            <ac:picMk id="10" creationId="{814663B4-6BF5-743C-8820-6AC77CD19FAA}"/>
          </ac:picMkLst>
        </pc:picChg>
      </pc:sldChg>
      <pc:sldChg chg="addSp delSp modSp mod">
        <pc:chgData name="Rushi Suthar" userId="5a5453355c6687a8" providerId="LiveId" clId="{ED5A0384-5E9A-4436-9593-6182C53F7079}" dt="2024-10-06T03:37:17.751" v="2832" actId="1035"/>
        <pc:sldMkLst>
          <pc:docMk/>
          <pc:sldMk cId="2382575096" sldId="257"/>
        </pc:sldMkLst>
        <pc:spChg chg="mod">
          <ac:chgData name="Rushi Suthar" userId="5a5453355c6687a8" providerId="LiveId" clId="{ED5A0384-5E9A-4436-9593-6182C53F7079}" dt="2024-10-05T21:12:54.735" v="2135" actId="1076"/>
          <ac:spMkLst>
            <pc:docMk/>
            <pc:sldMk cId="2382575096" sldId="257"/>
            <ac:spMk id="2" creationId="{00000000-0000-0000-0000-000000000000}"/>
          </ac:spMkLst>
        </pc:spChg>
        <pc:spChg chg="mod">
          <ac:chgData name="Rushi Suthar" userId="5a5453355c6687a8" providerId="LiveId" clId="{ED5A0384-5E9A-4436-9593-6182C53F7079}" dt="2024-10-05T18:57:24.783" v="543" actId="20577"/>
          <ac:spMkLst>
            <pc:docMk/>
            <pc:sldMk cId="2382575096" sldId="257"/>
            <ac:spMk id="3" creationId="{00000000-0000-0000-0000-000000000000}"/>
          </ac:spMkLst>
        </pc:spChg>
        <pc:spChg chg="mod">
          <ac:chgData name="Rushi Suthar" userId="5a5453355c6687a8" providerId="LiveId" clId="{ED5A0384-5E9A-4436-9593-6182C53F7079}" dt="2024-10-05T18:52:19.151" v="408" actId="1038"/>
          <ac:spMkLst>
            <pc:docMk/>
            <pc:sldMk cId="2382575096" sldId="257"/>
            <ac:spMk id="6" creationId="{D6612C51-FD9E-48D1-8D15-9429CE45A397}"/>
          </ac:spMkLst>
        </pc:spChg>
        <pc:spChg chg="mod">
          <ac:chgData name="Rushi Suthar" userId="5a5453355c6687a8" providerId="LiveId" clId="{ED5A0384-5E9A-4436-9593-6182C53F7079}" dt="2024-10-05T18:53:29.556" v="451" actId="1036"/>
          <ac:spMkLst>
            <pc:docMk/>
            <pc:sldMk cId="2382575096" sldId="257"/>
            <ac:spMk id="19" creationId="{ACF94740-7594-49D0-F3CA-B29CD5AD3A2D}"/>
          </ac:spMkLst>
        </pc:spChg>
        <pc:spChg chg="mod">
          <ac:chgData name="Rushi Suthar" userId="5a5453355c6687a8" providerId="LiveId" clId="{ED5A0384-5E9A-4436-9593-6182C53F7079}" dt="2024-10-05T18:53:39.627" v="473" actId="1036"/>
          <ac:spMkLst>
            <pc:docMk/>
            <pc:sldMk cId="2382575096" sldId="257"/>
            <ac:spMk id="22" creationId="{4085A05C-575C-4E82-82C5-FCA35A6112F3}"/>
          </ac:spMkLst>
        </pc:spChg>
        <pc:spChg chg="mod">
          <ac:chgData name="Rushi Suthar" userId="5a5453355c6687a8" providerId="LiveId" clId="{ED5A0384-5E9A-4436-9593-6182C53F7079}" dt="2024-10-05T18:51:47.713" v="351" actId="1036"/>
          <ac:spMkLst>
            <pc:docMk/>
            <pc:sldMk cId="2382575096" sldId="257"/>
            <ac:spMk id="23" creationId="{AEBEEC22-ECB1-3C6C-A25B-645E8F407633}"/>
          </ac:spMkLst>
        </pc:spChg>
        <pc:picChg chg="mod">
          <ac:chgData name="Rushi Suthar" userId="5a5453355c6687a8" providerId="LiveId" clId="{ED5A0384-5E9A-4436-9593-6182C53F7079}" dt="2024-10-05T18:57:12.206" v="536" actId="14100"/>
          <ac:picMkLst>
            <pc:docMk/>
            <pc:sldMk cId="2382575096" sldId="257"/>
            <ac:picMk id="4" creationId="{313A2044-1435-70AC-1A8E-AD235E0232EE}"/>
          </ac:picMkLst>
        </pc:picChg>
        <pc:picChg chg="del">
          <ac:chgData name="Rushi Suthar" userId="5a5453355c6687a8" providerId="LiveId" clId="{ED5A0384-5E9A-4436-9593-6182C53F7079}" dt="2024-10-05T18:57:01.874" v="534" actId="478"/>
          <ac:picMkLst>
            <pc:docMk/>
            <pc:sldMk cId="2382575096" sldId="257"/>
            <ac:picMk id="5" creationId="{82F06A1D-C629-4B8F-3F24-F521ACBBD611}"/>
          </ac:picMkLst>
        </pc:picChg>
        <pc:picChg chg="add mod">
          <ac:chgData name="Rushi Suthar" userId="5a5453355c6687a8" providerId="LiveId" clId="{ED5A0384-5E9A-4436-9593-6182C53F7079}" dt="2024-10-06T03:37:17.751" v="2832" actId="1035"/>
          <ac:picMkLst>
            <pc:docMk/>
            <pc:sldMk cId="2382575096" sldId="257"/>
            <ac:picMk id="5" creationId="{FAAC893B-7382-1B47-591E-9D30FF9478AC}"/>
          </ac:picMkLst>
        </pc:picChg>
        <pc:picChg chg="add del mod">
          <ac:chgData name="Rushi Suthar" userId="5a5453355c6687a8" providerId="LiveId" clId="{ED5A0384-5E9A-4436-9593-6182C53F7079}" dt="2024-10-06T03:37:14.975" v="2825" actId="478"/>
          <ac:picMkLst>
            <pc:docMk/>
            <pc:sldMk cId="2382575096" sldId="257"/>
            <ac:picMk id="7" creationId="{16CBA45E-4411-EA96-0C56-BEC3C479FEE3}"/>
          </ac:picMkLst>
        </pc:picChg>
        <pc:picChg chg="add mod">
          <ac:chgData name="Rushi Suthar" userId="5a5453355c6687a8" providerId="LiveId" clId="{ED5A0384-5E9A-4436-9593-6182C53F7079}" dt="2024-10-05T18:57:06.191" v="535"/>
          <ac:picMkLst>
            <pc:docMk/>
            <pc:sldMk cId="2382575096" sldId="257"/>
            <ac:picMk id="8" creationId="{01BB6961-B922-FBE4-3124-CE8F8B22AF40}"/>
          </ac:picMkLst>
        </pc:picChg>
        <pc:picChg chg="mod">
          <ac:chgData name="Rushi Suthar" userId="5a5453355c6687a8" providerId="LiveId" clId="{ED5A0384-5E9A-4436-9593-6182C53F7079}" dt="2024-10-05T18:53:33.318" v="467" actId="1036"/>
          <ac:picMkLst>
            <pc:docMk/>
            <pc:sldMk cId="2382575096" sldId="257"/>
            <ac:picMk id="12" creationId="{23B46053-8403-6C2C-9842-8AF13D712D33}"/>
          </ac:picMkLst>
        </pc:picChg>
        <pc:picChg chg="mod">
          <ac:chgData name="Rushi Suthar" userId="5a5453355c6687a8" providerId="LiveId" clId="{ED5A0384-5E9A-4436-9593-6182C53F7079}" dt="2024-10-05T18:53:42.205" v="478" actId="1036"/>
          <ac:picMkLst>
            <pc:docMk/>
            <pc:sldMk cId="2382575096" sldId="257"/>
            <ac:picMk id="14" creationId="{8A444FC6-1865-8EC0-1B96-0D1367C9537C}"/>
          </ac:picMkLst>
        </pc:picChg>
        <pc:picChg chg="mod">
          <ac:chgData name="Rushi Suthar" userId="5a5453355c6687a8" providerId="LiveId" clId="{ED5A0384-5E9A-4436-9593-6182C53F7079}" dt="2024-10-05T18:51:52.576" v="352" actId="1076"/>
          <ac:picMkLst>
            <pc:docMk/>
            <pc:sldMk cId="2382575096" sldId="257"/>
            <ac:picMk id="16" creationId="{D3754B2A-032E-559A-D337-79B5A38C771C}"/>
          </ac:picMkLst>
        </pc:picChg>
      </pc:sldChg>
      <pc:sldChg chg="addSp delSp modSp mod setBg setClrOvrMap">
        <pc:chgData name="Rushi Suthar" userId="5a5453355c6687a8" providerId="LiveId" clId="{ED5A0384-5E9A-4436-9593-6182C53F7079}" dt="2024-10-06T03:34:17.129" v="2759" actId="1076"/>
        <pc:sldMkLst>
          <pc:docMk/>
          <pc:sldMk cId="4092431598" sldId="258"/>
        </pc:sldMkLst>
        <pc:spChg chg="mod">
          <ac:chgData name="Rushi Suthar" userId="5a5453355c6687a8" providerId="LiveId" clId="{ED5A0384-5E9A-4436-9593-6182C53F7079}" dt="2024-10-05T20:02:40.143" v="1994" actId="2711"/>
          <ac:spMkLst>
            <pc:docMk/>
            <pc:sldMk cId="4092431598" sldId="258"/>
            <ac:spMk id="2" creationId="{00000000-0000-0000-0000-000000000000}"/>
          </ac:spMkLst>
        </pc:spChg>
        <pc:spChg chg="mod topLvl">
          <ac:chgData name="Rushi Suthar" userId="5a5453355c6687a8" providerId="LiveId" clId="{ED5A0384-5E9A-4436-9593-6182C53F7079}" dt="2024-10-06T03:32:27.196" v="2734" actId="255"/>
          <ac:spMkLst>
            <pc:docMk/>
            <pc:sldMk cId="4092431598" sldId="258"/>
            <ac:spMk id="4" creationId="{64B508A9-8FE4-606C-9F25-08ED4EDBE407}"/>
          </ac:spMkLst>
        </pc:spChg>
        <pc:spChg chg="mod">
          <ac:chgData name="Rushi Suthar" userId="5a5453355c6687a8" providerId="LiveId" clId="{ED5A0384-5E9A-4436-9593-6182C53F7079}" dt="2024-10-06T03:32:50.580" v="2737" actId="255"/>
          <ac:spMkLst>
            <pc:docMk/>
            <pc:sldMk cId="4092431598" sldId="258"/>
            <ac:spMk id="5" creationId="{5A07BDC2-5BE4-1D39-CAEB-00DC927731FC}"/>
          </ac:spMkLst>
        </pc:spChg>
        <pc:spChg chg="mod">
          <ac:chgData name="Rushi Suthar" userId="5a5453355c6687a8" providerId="LiveId" clId="{ED5A0384-5E9A-4436-9593-6182C53F7079}" dt="2024-10-06T03:32:33.891" v="2735" actId="255"/>
          <ac:spMkLst>
            <pc:docMk/>
            <pc:sldMk cId="4092431598" sldId="258"/>
            <ac:spMk id="7" creationId="{F971031A-9295-5A77-57A5-63FDBF718296}"/>
          </ac:spMkLst>
        </pc:spChg>
        <pc:spChg chg="mod">
          <ac:chgData name="Rushi Suthar" userId="5a5453355c6687a8" providerId="LiveId" clId="{ED5A0384-5E9A-4436-9593-6182C53F7079}" dt="2024-10-05T19:10:12.222" v="803" actId="20577"/>
          <ac:spMkLst>
            <pc:docMk/>
            <pc:sldMk cId="4092431598" sldId="258"/>
            <ac:spMk id="8" creationId="{B99114AF-E2DD-94A0-F3E2-298F0121B397}"/>
          </ac:spMkLst>
        </pc:spChg>
        <pc:spChg chg="add del mod topLvl">
          <ac:chgData name="Rushi Suthar" userId="5a5453355c6687a8" providerId="LiveId" clId="{ED5A0384-5E9A-4436-9593-6182C53F7079}" dt="2024-10-05T19:08:25.772" v="779" actId="478"/>
          <ac:spMkLst>
            <pc:docMk/>
            <pc:sldMk cId="4092431598" sldId="258"/>
            <ac:spMk id="9" creationId="{D775845C-4AD0-3745-11F3-DA180BB06219}"/>
          </ac:spMkLst>
        </pc:spChg>
        <pc:spChg chg="mod">
          <ac:chgData name="Rushi Suthar" userId="5a5453355c6687a8" providerId="LiveId" clId="{ED5A0384-5E9A-4436-9593-6182C53F7079}" dt="2024-10-06T03:32:40.405" v="2736" actId="255"/>
          <ac:spMkLst>
            <pc:docMk/>
            <pc:sldMk cId="4092431598" sldId="258"/>
            <ac:spMk id="10" creationId="{508AB556-A45D-0151-B7EE-A613F6556993}"/>
          </ac:spMkLst>
        </pc:spChg>
        <pc:spChg chg="add del">
          <ac:chgData name="Rushi Suthar" userId="5a5453355c6687a8" providerId="LiveId" clId="{ED5A0384-5E9A-4436-9593-6182C53F7079}" dt="2024-10-05T18:59:45.720" v="613" actId="26606"/>
          <ac:spMkLst>
            <pc:docMk/>
            <pc:sldMk cId="4092431598" sldId="258"/>
            <ac:spMk id="36" creationId="{4DEBCA28-FCE1-4937-B6DC-18654C774ADB}"/>
          </ac:spMkLst>
        </pc:spChg>
        <pc:spChg chg="add del">
          <ac:chgData name="Rushi Suthar" userId="5a5453355c6687a8" providerId="LiveId" clId="{ED5A0384-5E9A-4436-9593-6182C53F7079}" dt="2024-10-05T18:59:48.952" v="615" actId="26606"/>
          <ac:spMkLst>
            <pc:docMk/>
            <pc:sldMk cId="4092431598" sldId="258"/>
            <ac:spMk id="37" creationId="{A5A17FC0-D416-4C8B-A9E6-5924D352B986}"/>
          </ac:spMkLst>
        </pc:spChg>
        <pc:spChg chg="add del">
          <ac:chgData name="Rushi Suthar" userId="5a5453355c6687a8" providerId="LiveId" clId="{ED5A0384-5E9A-4436-9593-6182C53F7079}" dt="2024-10-05T18:59:32.317" v="611" actId="26606"/>
          <ac:spMkLst>
            <pc:docMk/>
            <pc:sldMk cId="4092431598" sldId="258"/>
            <ac:spMk id="39" creationId="{26882C51-76F9-4F99-997D-31FA6242A805}"/>
          </ac:spMkLst>
        </pc:spChg>
        <pc:spChg chg="add del">
          <ac:chgData name="Rushi Suthar" userId="5a5453355c6687a8" providerId="LiveId" clId="{ED5A0384-5E9A-4436-9593-6182C53F7079}" dt="2024-10-05T18:59:32.317" v="611" actId="26606"/>
          <ac:spMkLst>
            <pc:docMk/>
            <pc:sldMk cId="4092431598" sldId="258"/>
            <ac:spMk id="41" creationId="{61FFFC16-86E2-4B9A-BC6D-213DC2654765}"/>
          </ac:spMkLst>
        </pc:spChg>
        <pc:spChg chg="add del">
          <ac:chgData name="Rushi Suthar" userId="5a5453355c6687a8" providerId="LiveId" clId="{ED5A0384-5E9A-4436-9593-6182C53F7079}" dt="2024-10-05T18:59:32.317" v="611" actId="26606"/>
          <ac:spMkLst>
            <pc:docMk/>
            <pc:sldMk cId="4092431598" sldId="258"/>
            <ac:spMk id="43" creationId="{DD3524E0-C87C-4F38-9FC7-E969C15A7906}"/>
          </ac:spMkLst>
        </pc:spChg>
        <pc:spChg chg="add del">
          <ac:chgData name="Rushi Suthar" userId="5a5453355c6687a8" providerId="LiveId" clId="{ED5A0384-5E9A-4436-9593-6182C53F7079}" dt="2024-10-05T18:59:32.317" v="611" actId="26606"/>
          <ac:spMkLst>
            <pc:docMk/>
            <pc:sldMk cId="4092431598" sldId="258"/>
            <ac:spMk id="45" creationId="{F1ED1DF4-DDDE-4464-8ABC-ED1F633CCEC1}"/>
          </ac:spMkLst>
        </pc:spChg>
        <pc:spChg chg="add del">
          <ac:chgData name="Rushi Suthar" userId="5a5453355c6687a8" providerId="LiveId" clId="{ED5A0384-5E9A-4436-9593-6182C53F7079}" dt="2024-10-05T18:59:32.317" v="611" actId="26606"/>
          <ac:spMkLst>
            <pc:docMk/>
            <pc:sldMk cId="4092431598" sldId="258"/>
            <ac:spMk id="47" creationId="{E7E01BF7-4F45-4B6D-82BF-5A5DB30A627B}"/>
          </ac:spMkLst>
        </pc:spChg>
        <pc:spChg chg="add">
          <ac:chgData name="Rushi Suthar" userId="5a5453355c6687a8" providerId="LiveId" clId="{ED5A0384-5E9A-4436-9593-6182C53F7079}" dt="2024-10-05T19:00:04.430" v="616" actId="26606"/>
          <ac:spMkLst>
            <pc:docMk/>
            <pc:sldMk cId="4092431598" sldId="258"/>
            <ac:spMk id="48" creationId="{87B439E5-7D7F-48F3-AB5D-CA0A2FC95EE4}"/>
          </ac:spMkLst>
        </pc:spChg>
        <pc:spChg chg="add del">
          <ac:chgData name="Rushi Suthar" userId="5a5453355c6687a8" providerId="LiveId" clId="{ED5A0384-5E9A-4436-9593-6182C53F7079}" dt="2024-10-05T18:59:32.317" v="611" actId="26606"/>
          <ac:spMkLst>
            <pc:docMk/>
            <pc:sldMk cId="4092431598" sldId="258"/>
            <ac:spMk id="49" creationId="{F2FC5C7B-261A-4268-BA85-C29488A8BED3}"/>
          </ac:spMkLst>
        </pc:spChg>
        <pc:spChg chg="add del">
          <ac:chgData name="Rushi Suthar" userId="5a5453355c6687a8" providerId="LiveId" clId="{ED5A0384-5E9A-4436-9593-6182C53F7079}" dt="2024-10-05T18:59:32.317" v="611" actId="26606"/>
          <ac:spMkLst>
            <pc:docMk/>
            <pc:sldMk cId="4092431598" sldId="258"/>
            <ac:spMk id="51" creationId="{5CB4E315-91F2-4710-B866-B119037ED97C}"/>
          </ac:spMkLst>
        </pc:spChg>
        <pc:spChg chg="add del">
          <ac:chgData name="Rushi Suthar" userId="5a5453355c6687a8" providerId="LiveId" clId="{ED5A0384-5E9A-4436-9593-6182C53F7079}" dt="2024-10-05T18:59:32.317" v="611" actId="26606"/>
          <ac:spMkLst>
            <pc:docMk/>
            <pc:sldMk cId="4092431598" sldId="258"/>
            <ac:spMk id="53" creationId="{569BABC0-B0CC-4E7B-838A-F6E644779E18}"/>
          </ac:spMkLst>
        </pc:spChg>
        <pc:spChg chg="add del">
          <ac:chgData name="Rushi Suthar" userId="5a5453355c6687a8" providerId="LiveId" clId="{ED5A0384-5E9A-4436-9593-6182C53F7079}" dt="2024-10-05T18:59:32.317" v="611" actId="26606"/>
          <ac:spMkLst>
            <pc:docMk/>
            <pc:sldMk cId="4092431598" sldId="258"/>
            <ac:spMk id="55" creationId="{DCBE1B01-A27C-45C2-ADA4-AA13C3AC1F6A}"/>
          </ac:spMkLst>
        </pc:spChg>
        <pc:spChg chg="add del">
          <ac:chgData name="Rushi Suthar" userId="5a5453355c6687a8" providerId="LiveId" clId="{ED5A0384-5E9A-4436-9593-6182C53F7079}" dt="2024-10-05T18:59:32.317" v="611" actId="26606"/>
          <ac:spMkLst>
            <pc:docMk/>
            <pc:sldMk cId="4092431598" sldId="258"/>
            <ac:spMk id="57" creationId="{BE7E1DAA-43FB-4446-A354-9283DE6686C8}"/>
          </ac:spMkLst>
        </pc:spChg>
        <pc:spChg chg="add del">
          <ac:chgData name="Rushi Suthar" userId="5a5453355c6687a8" providerId="LiveId" clId="{ED5A0384-5E9A-4436-9593-6182C53F7079}" dt="2024-10-05T18:59:32.317" v="611" actId="26606"/>
          <ac:spMkLst>
            <pc:docMk/>
            <pc:sldMk cId="4092431598" sldId="258"/>
            <ac:spMk id="59" creationId="{F6FE5468-759E-4E83-828A-5587C7F58873}"/>
          </ac:spMkLst>
        </pc:spChg>
        <pc:spChg chg="add del">
          <ac:chgData name="Rushi Suthar" userId="5a5453355c6687a8" providerId="LiveId" clId="{ED5A0384-5E9A-4436-9593-6182C53F7079}" dt="2024-10-05T18:59:32.317" v="611" actId="26606"/>
          <ac:spMkLst>
            <pc:docMk/>
            <pc:sldMk cId="4092431598" sldId="258"/>
            <ac:spMk id="61" creationId="{99FE99BC-5F7D-47C3-AA1E-16D7DBDBD18F}"/>
          </ac:spMkLst>
        </pc:spChg>
        <pc:spChg chg="add del">
          <ac:chgData name="Rushi Suthar" userId="5a5453355c6687a8" providerId="LiveId" clId="{ED5A0384-5E9A-4436-9593-6182C53F7079}" dt="2024-10-05T18:59:32.317" v="611" actId="26606"/>
          <ac:spMkLst>
            <pc:docMk/>
            <pc:sldMk cId="4092431598" sldId="258"/>
            <ac:spMk id="63" creationId="{27400BAF-FCE6-4296-8A0E-9B595ADC09A4}"/>
          </ac:spMkLst>
        </pc:spChg>
        <pc:grpChg chg="add del mod">
          <ac:chgData name="Rushi Suthar" userId="5a5453355c6687a8" providerId="LiveId" clId="{ED5A0384-5E9A-4436-9593-6182C53F7079}" dt="2024-10-05T19:11:56.901" v="871" actId="478"/>
          <ac:grpSpMkLst>
            <pc:docMk/>
            <pc:sldMk cId="4092431598" sldId="258"/>
            <ac:grpSpMk id="11" creationId="{A3CA4472-8E13-53DF-640A-810B9710B5EE}"/>
          </ac:grpSpMkLst>
        </pc:grpChg>
        <pc:grpChg chg="add mod">
          <ac:chgData name="Rushi Suthar" userId="5a5453355c6687a8" providerId="LiveId" clId="{ED5A0384-5E9A-4436-9593-6182C53F7079}" dt="2024-10-05T20:00:14.410" v="1939" actId="1036"/>
          <ac:grpSpMkLst>
            <pc:docMk/>
            <pc:sldMk cId="4092431598" sldId="258"/>
            <ac:grpSpMk id="12" creationId="{045A09D3-A016-A74B-CD5C-8026551AD938}"/>
          </ac:grpSpMkLst>
        </pc:grpChg>
        <pc:grpChg chg="add del mod">
          <ac:chgData name="Rushi Suthar" userId="5a5453355c6687a8" providerId="LiveId" clId="{ED5A0384-5E9A-4436-9593-6182C53F7079}" dt="2024-10-05T19:27:08.091" v="1269" actId="14100"/>
          <ac:grpSpMkLst>
            <pc:docMk/>
            <pc:sldMk cId="4092431598" sldId="258"/>
            <ac:grpSpMk id="13" creationId="{CE3E6160-19E9-F4E5-ACDA-A84C50E5BD42}"/>
          </ac:grpSpMkLst>
        </pc:grpChg>
        <pc:grpChg chg="add mod">
          <ac:chgData name="Rushi Suthar" userId="5a5453355c6687a8" providerId="LiveId" clId="{ED5A0384-5E9A-4436-9593-6182C53F7079}" dt="2024-10-05T20:00:03.573" v="1921" actId="14100"/>
          <ac:grpSpMkLst>
            <pc:docMk/>
            <pc:sldMk cId="4092431598" sldId="258"/>
            <ac:grpSpMk id="14" creationId="{E3385994-F105-2C43-3399-D9B8661EA2DB}"/>
          </ac:grpSpMkLst>
        </pc:grpChg>
        <pc:grpChg chg="add mod">
          <ac:chgData name="Rushi Suthar" userId="5a5453355c6687a8" providerId="LiveId" clId="{ED5A0384-5E9A-4436-9593-6182C53F7079}" dt="2024-10-05T20:00:06.354" v="1922" actId="14100"/>
          <ac:grpSpMkLst>
            <pc:docMk/>
            <pc:sldMk cId="4092431598" sldId="258"/>
            <ac:grpSpMk id="15" creationId="{C34769FA-18A0-37DC-7DB1-45C439F41F2D}"/>
          </ac:grpSpMkLst>
        </pc:grpChg>
        <pc:picChg chg="add mod ord modCrop">
          <ac:chgData name="Rushi Suthar" userId="5a5453355c6687a8" providerId="LiveId" clId="{ED5A0384-5E9A-4436-9593-6182C53F7079}" dt="2024-10-06T03:34:17.129" v="2759" actId="1076"/>
          <ac:picMkLst>
            <pc:docMk/>
            <pc:sldMk cId="4092431598" sldId="258"/>
            <ac:picMk id="3" creationId="{6E7C7489-B595-B2B4-C941-553958087516}"/>
          </ac:picMkLst>
        </pc:picChg>
        <pc:picChg chg="add del mod ord">
          <ac:chgData name="Rushi Suthar" userId="5a5453355c6687a8" providerId="LiveId" clId="{ED5A0384-5E9A-4436-9593-6182C53F7079}" dt="2024-10-05T19:00:26.927" v="622" actId="478"/>
          <ac:picMkLst>
            <pc:docMk/>
            <pc:sldMk cId="4092431598" sldId="258"/>
            <ac:picMk id="6" creationId="{ED7F485C-E1D2-34AB-4E4A-444EAB6A40ED}"/>
          </ac:picMkLst>
        </pc:picChg>
        <pc:picChg chg="add mod">
          <ac:chgData name="Rushi Suthar" userId="5a5453355c6687a8" providerId="LiveId" clId="{ED5A0384-5E9A-4436-9593-6182C53F7079}" dt="2024-10-05T19:08:09.308" v="777" actId="931"/>
          <ac:picMkLst>
            <pc:docMk/>
            <pc:sldMk cId="4092431598" sldId="258"/>
            <ac:picMk id="17" creationId="{FA608F75-6A11-38EA-4890-BA081B8D49C2}"/>
          </ac:picMkLst>
        </pc:picChg>
        <pc:picChg chg="mod">
          <ac:chgData name="Rushi Suthar" userId="5a5453355c6687a8" providerId="LiveId" clId="{ED5A0384-5E9A-4436-9593-6182C53F7079}" dt="2024-10-05T20:00:29.803" v="1943" actId="14100"/>
          <ac:picMkLst>
            <pc:docMk/>
            <pc:sldMk cId="4092431598" sldId="258"/>
            <ac:picMk id="34" creationId="{FF77D6A2-A8F8-E148-5AF3-5BDE9D9A0564}"/>
          </ac:picMkLst>
        </pc:picChg>
        <pc:picChg chg="del">
          <ac:chgData name="Rushi Suthar" userId="5a5453355c6687a8" providerId="LiveId" clId="{ED5A0384-5E9A-4436-9593-6182C53F7079}" dt="2024-10-05T18:58:56.269" v="608" actId="478"/>
          <ac:picMkLst>
            <pc:docMk/>
            <pc:sldMk cId="4092431598" sldId="258"/>
            <ac:picMk id="35" creationId="{4B51C96B-6E52-B40F-BA02-2A940E7A5FD8}"/>
          </ac:picMkLst>
        </pc:picChg>
        <pc:cxnChg chg="add del">
          <ac:chgData name="Rushi Suthar" userId="5a5453355c6687a8" providerId="LiveId" clId="{ED5A0384-5E9A-4436-9593-6182C53F7079}" dt="2024-10-05T18:59:48.952" v="615" actId="26606"/>
          <ac:cxnSpMkLst>
            <pc:docMk/>
            <pc:sldMk cId="4092431598" sldId="258"/>
            <ac:cxnSpMk id="38" creationId="{982DC870-E8E5-4050-B10C-CC24FC67E50A}"/>
          </ac:cxnSpMkLst>
        </pc:cxnChg>
        <pc:cxnChg chg="add del">
          <ac:chgData name="Rushi Suthar" userId="5a5453355c6687a8" providerId="LiveId" clId="{ED5A0384-5E9A-4436-9593-6182C53F7079}" dt="2024-10-05T18:59:48.952" v="615" actId="26606"/>
          <ac:cxnSpMkLst>
            <pc:docMk/>
            <pc:sldMk cId="4092431598" sldId="258"/>
            <ac:cxnSpMk id="40" creationId="{FF76A74F-C283-4DED-BD4D-086753B7CB00}"/>
          </ac:cxnSpMkLst>
        </pc:cxnChg>
        <pc:cxnChg chg="add del">
          <ac:chgData name="Rushi Suthar" userId="5a5453355c6687a8" providerId="LiveId" clId="{ED5A0384-5E9A-4436-9593-6182C53F7079}" dt="2024-10-05T18:59:48.952" v="615" actId="26606"/>
          <ac:cxnSpMkLst>
            <pc:docMk/>
            <pc:sldMk cId="4092431598" sldId="258"/>
            <ac:cxnSpMk id="42" creationId="{3B2791FB-B2F7-4BBE-B8D8-74C37FF9E85C}"/>
          </ac:cxnSpMkLst>
        </pc:cxnChg>
        <pc:cxnChg chg="add del">
          <ac:chgData name="Rushi Suthar" userId="5a5453355c6687a8" providerId="LiveId" clId="{ED5A0384-5E9A-4436-9593-6182C53F7079}" dt="2024-10-05T18:59:48.952" v="615" actId="26606"/>
          <ac:cxnSpMkLst>
            <pc:docMk/>
            <pc:sldMk cId="4092431598" sldId="258"/>
            <ac:cxnSpMk id="44" creationId="{9891B5DE-6811-4844-BB18-472A3F360EE5}"/>
          </ac:cxnSpMkLst>
        </pc:cxnChg>
        <pc:cxnChg chg="add del">
          <ac:chgData name="Rushi Suthar" userId="5a5453355c6687a8" providerId="LiveId" clId="{ED5A0384-5E9A-4436-9593-6182C53F7079}" dt="2024-10-05T18:59:48.952" v="615" actId="26606"/>
          <ac:cxnSpMkLst>
            <pc:docMk/>
            <pc:sldMk cId="4092431598" sldId="258"/>
            <ac:cxnSpMk id="46" creationId="{77A9CA3A-7216-41E0-B3CD-058077FD396D}"/>
          </ac:cxnSpMkLst>
        </pc:cxnChg>
      </pc:sldChg>
      <pc:sldChg chg="addSp delSp modSp mod">
        <pc:chgData name="Rushi Suthar" userId="5a5453355c6687a8" providerId="LiveId" clId="{ED5A0384-5E9A-4436-9593-6182C53F7079}" dt="2024-10-05T20:12:09.722" v="2080" actId="1036"/>
        <pc:sldMkLst>
          <pc:docMk/>
          <pc:sldMk cId="3438552160" sldId="265"/>
        </pc:sldMkLst>
        <pc:spChg chg="mod">
          <ac:chgData name="Rushi Suthar" userId="5a5453355c6687a8" providerId="LiveId" clId="{ED5A0384-5E9A-4436-9593-6182C53F7079}" dt="2024-10-05T20:11:37.864" v="2073" actId="1076"/>
          <ac:spMkLst>
            <pc:docMk/>
            <pc:sldMk cId="3438552160" sldId="265"/>
            <ac:spMk id="688" creationId="{00000000-0000-0000-0000-000000000000}"/>
          </ac:spMkLst>
        </pc:spChg>
        <pc:spChg chg="mod">
          <ac:chgData name="Rushi Suthar" userId="5a5453355c6687a8" providerId="LiveId" clId="{ED5A0384-5E9A-4436-9593-6182C53F7079}" dt="2024-10-05T20:12:09.722" v="2080" actId="1036"/>
          <ac:spMkLst>
            <pc:docMk/>
            <pc:sldMk cId="3438552160" sldId="265"/>
            <ac:spMk id="690" creationId="{00000000-0000-0000-0000-000000000000}"/>
          </ac:spMkLst>
        </pc:spChg>
        <pc:picChg chg="add mod">
          <ac:chgData name="Rushi Suthar" userId="5a5453355c6687a8" providerId="LiveId" clId="{ED5A0384-5E9A-4436-9593-6182C53F7079}" dt="2024-10-05T20:11:34.538" v="2072" actId="1076"/>
          <ac:picMkLst>
            <pc:docMk/>
            <pc:sldMk cId="3438552160" sldId="265"/>
            <ac:picMk id="3" creationId="{2CB903AD-8285-167A-BF10-95FF3D8F2A4E}"/>
          </ac:picMkLst>
        </pc:picChg>
        <pc:picChg chg="del">
          <ac:chgData name="Rushi Suthar" userId="5a5453355c6687a8" providerId="LiveId" clId="{ED5A0384-5E9A-4436-9593-6182C53F7079}" dt="2024-10-05T18:45:45.767" v="87" actId="478"/>
          <ac:picMkLst>
            <pc:docMk/>
            <pc:sldMk cId="3438552160" sldId="265"/>
            <ac:picMk id="8" creationId="{38259FDB-DFB5-C7CB-2B91-2CAE30019BF5}"/>
          </ac:picMkLst>
        </pc:picChg>
        <pc:picChg chg="mod">
          <ac:chgData name="Rushi Suthar" userId="5a5453355c6687a8" providerId="LiveId" clId="{ED5A0384-5E9A-4436-9593-6182C53F7079}" dt="2024-10-05T18:53:56.623" v="483" actId="14100"/>
          <ac:picMkLst>
            <pc:docMk/>
            <pc:sldMk cId="3438552160" sldId="265"/>
            <ac:picMk id="11" creationId="{A2B0C965-759A-EA64-22F8-4CBA662194F5}"/>
          </ac:picMkLst>
        </pc:picChg>
      </pc:sldChg>
      <pc:sldChg chg="addSp delSp modSp mod ord">
        <pc:chgData name="Rushi Suthar" userId="5a5453355c6687a8" providerId="LiveId" clId="{ED5A0384-5E9A-4436-9593-6182C53F7079}" dt="2024-10-06T03:36:53.271" v="2816" actId="1035"/>
        <pc:sldMkLst>
          <pc:docMk/>
          <pc:sldMk cId="3134786653" sldId="266"/>
        </pc:sldMkLst>
        <pc:spChg chg="mod">
          <ac:chgData name="Rushi Suthar" userId="5a5453355c6687a8" providerId="LiveId" clId="{ED5A0384-5E9A-4436-9593-6182C53F7079}" dt="2024-10-05T20:08:20.508" v="2053" actId="12"/>
          <ac:spMkLst>
            <pc:docMk/>
            <pc:sldMk cId="3134786653" sldId="266"/>
            <ac:spMk id="3" creationId="{6D90E78C-E434-7347-4216-4336EE7F431B}"/>
          </ac:spMkLst>
        </pc:spChg>
        <pc:spChg chg="mod">
          <ac:chgData name="Rushi Suthar" userId="5a5453355c6687a8" providerId="LiveId" clId="{ED5A0384-5E9A-4436-9593-6182C53F7079}" dt="2024-10-05T20:08:04.497" v="2049" actId="404"/>
          <ac:spMkLst>
            <pc:docMk/>
            <pc:sldMk cId="3134786653" sldId="266"/>
            <ac:spMk id="702" creationId="{00000000-0000-0000-0000-000000000000}"/>
          </ac:spMkLst>
        </pc:spChg>
        <pc:picChg chg="add del mod">
          <ac:chgData name="Rushi Suthar" userId="5a5453355c6687a8" providerId="LiveId" clId="{ED5A0384-5E9A-4436-9593-6182C53F7079}" dt="2024-10-06T03:36:50.657" v="2814" actId="478"/>
          <ac:picMkLst>
            <pc:docMk/>
            <pc:sldMk cId="3134786653" sldId="266"/>
            <ac:picMk id="2" creationId="{ADDE29E6-4AC9-5327-4207-81EC294F1A05}"/>
          </ac:picMkLst>
        </pc:picChg>
        <pc:picChg chg="mod">
          <ac:chgData name="Rushi Suthar" userId="5a5453355c6687a8" providerId="LiveId" clId="{ED5A0384-5E9A-4436-9593-6182C53F7079}" dt="2024-10-05T20:05:52.342" v="2008" actId="14100"/>
          <ac:picMkLst>
            <pc:docMk/>
            <pc:sldMk cId="3134786653" sldId="266"/>
            <ac:picMk id="4" creationId="{5481CA10-77A7-6F76-C7CB-76D636A130B1}"/>
          </ac:picMkLst>
        </pc:picChg>
        <pc:picChg chg="add mod">
          <ac:chgData name="Rushi Suthar" userId="5a5453355c6687a8" providerId="LiveId" clId="{ED5A0384-5E9A-4436-9593-6182C53F7079}" dt="2024-10-05T20:04:59.690" v="1996" actId="14100"/>
          <ac:picMkLst>
            <pc:docMk/>
            <pc:sldMk cId="3134786653" sldId="266"/>
            <ac:picMk id="6" creationId="{6E18DC77-D86C-FEB2-E905-839516EA7AF5}"/>
          </ac:picMkLst>
        </pc:picChg>
        <pc:picChg chg="add mod">
          <ac:chgData name="Rushi Suthar" userId="5a5453355c6687a8" providerId="LiveId" clId="{ED5A0384-5E9A-4436-9593-6182C53F7079}" dt="2024-10-06T03:36:53.271" v="2816" actId="1035"/>
          <ac:picMkLst>
            <pc:docMk/>
            <pc:sldMk cId="3134786653" sldId="266"/>
            <ac:picMk id="7" creationId="{2EC0FC04-B7A5-739F-CF21-BFE18246D1F7}"/>
          </ac:picMkLst>
        </pc:picChg>
      </pc:sldChg>
      <pc:sldChg chg="addSp delSp modSp mod">
        <pc:chgData name="Rushi Suthar" userId="5a5453355c6687a8" providerId="LiveId" clId="{ED5A0384-5E9A-4436-9593-6182C53F7079}" dt="2024-10-06T03:37:02.800" v="2824" actId="1038"/>
        <pc:sldMkLst>
          <pc:docMk/>
          <pc:sldMk cId="3959257688" sldId="276"/>
        </pc:sldMkLst>
        <pc:spChg chg="mod">
          <ac:chgData name="Rushi Suthar" userId="5a5453355c6687a8" providerId="LiveId" clId="{ED5A0384-5E9A-4436-9593-6182C53F7079}" dt="2024-10-05T21:16:37.125" v="2222" actId="1076"/>
          <ac:spMkLst>
            <pc:docMk/>
            <pc:sldMk cId="3959257688" sldId="276"/>
            <ac:spMk id="2" creationId="{00000000-0000-0000-0000-000000000000}"/>
          </ac:spMkLst>
        </pc:spChg>
        <pc:picChg chg="mod">
          <ac:chgData name="Rushi Suthar" userId="5a5453355c6687a8" providerId="LiveId" clId="{ED5A0384-5E9A-4436-9593-6182C53F7079}" dt="2024-10-05T21:16:16.671" v="2219" actId="14100"/>
          <ac:picMkLst>
            <pc:docMk/>
            <pc:sldMk cId="3959257688" sldId="276"/>
            <ac:picMk id="3" creationId="{1A688314-16E3-5264-1414-FC72CB5D0D73}"/>
          </ac:picMkLst>
        </pc:picChg>
        <pc:picChg chg="add del mod">
          <ac:chgData name="Rushi Suthar" userId="5a5453355c6687a8" providerId="LiveId" clId="{ED5A0384-5E9A-4436-9593-6182C53F7079}" dt="2024-10-06T03:36:59.775" v="2817" actId="478"/>
          <ac:picMkLst>
            <pc:docMk/>
            <pc:sldMk cId="3959257688" sldId="276"/>
            <ac:picMk id="5" creationId="{DF9EBD01-306C-CBDE-69EC-76FCF5867D30}"/>
          </ac:picMkLst>
        </pc:picChg>
        <pc:picChg chg="add mod">
          <ac:chgData name="Rushi Suthar" userId="5a5453355c6687a8" providerId="LiveId" clId="{ED5A0384-5E9A-4436-9593-6182C53F7079}" dt="2024-10-05T20:05:12.029" v="2000" actId="14100"/>
          <ac:picMkLst>
            <pc:docMk/>
            <pc:sldMk cId="3959257688" sldId="276"/>
            <ac:picMk id="6" creationId="{588879E4-47A1-F1A6-426D-8B3C095A030C}"/>
          </ac:picMkLst>
        </pc:picChg>
        <pc:picChg chg="mod">
          <ac:chgData name="Rushi Suthar" userId="5a5453355c6687a8" providerId="LiveId" clId="{ED5A0384-5E9A-4436-9593-6182C53F7079}" dt="2024-10-05T21:15:23.830" v="2202" actId="1076"/>
          <ac:picMkLst>
            <pc:docMk/>
            <pc:sldMk cId="3959257688" sldId="276"/>
            <ac:picMk id="7" creationId="{D5ADDE2C-A1C0-BFBB-1A9A-FC58311308C4}"/>
          </ac:picMkLst>
        </pc:picChg>
        <pc:picChg chg="add mod">
          <ac:chgData name="Rushi Suthar" userId="5a5453355c6687a8" providerId="LiveId" clId="{ED5A0384-5E9A-4436-9593-6182C53F7079}" dt="2024-10-06T03:37:02.800" v="2824" actId="1038"/>
          <ac:picMkLst>
            <pc:docMk/>
            <pc:sldMk cId="3959257688" sldId="276"/>
            <ac:picMk id="8" creationId="{068A5B0A-1483-F17F-A601-CF074DC87C72}"/>
          </ac:picMkLst>
        </pc:picChg>
        <pc:picChg chg="mod">
          <ac:chgData name="Rushi Suthar" userId="5a5453355c6687a8" providerId="LiveId" clId="{ED5A0384-5E9A-4436-9593-6182C53F7079}" dt="2024-10-05T21:15:38.105" v="2210" actId="14100"/>
          <ac:picMkLst>
            <pc:docMk/>
            <pc:sldMk cId="3959257688" sldId="276"/>
            <ac:picMk id="9" creationId="{0203AD18-6016-EA71-D603-B9EDF816B575}"/>
          </ac:picMkLst>
        </pc:picChg>
        <pc:picChg chg="add mod">
          <ac:chgData name="Rushi Suthar" userId="5a5453355c6687a8" providerId="LiveId" clId="{ED5A0384-5E9A-4436-9593-6182C53F7079}" dt="2024-10-05T21:16:02.149" v="2216" actId="14100"/>
          <ac:picMkLst>
            <pc:docMk/>
            <pc:sldMk cId="3959257688" sldId="276"/>
            <ac:picMk id="10" creationId="{A42090BD-0ABD-74DD-B72E-4F717685CBB5}"/>
          </ac:picMkLst>
        </pc:picChg>
        <pc:picChg chg="del">
          <ac:chgData name="Rushi Suthar" userId="5a5453355c6687a8" providerId="LiveId" clId="{ED5A0384-5E9A-4436-9593-6182C53F7079}" dt="2024-10-05T21:13:59.265" v="2162" actId="478"/>
          <ac:picMkLst>
            <pc:docMk/>
            <pc:sldMk cId="3959257688" sldId="276"/>
            <ac:picMk id="11" creationId="{E58684F6-E035-2D72-4544-071F168975A6}"/>
          </ac:picMkLst>
        </pc:picChg>
        <pc:picChg chg="add mod">
          <ac:chgData name="Rushi Suthar" userId="5a5453355c6687a8" providerId="LiveId" clId="{ED5A0384-5E9A-4436-9593-6182C53F7079}" dt="2024-10-05T21:15:30.821" v="2206" actId="1076"/>
          <ac:picMkLst>
            <pc:docMk/>
            <pc:sldMk cId="3959257688" sldId="276"/>
            <ac:picMk id="13" creationId="{D7D81805-1090-50AF-10BD-CA1E9D290E44}"/>
          </ac:picMkLst>
        </pc:picChg>
        <pc:picChg chg="add mod">
          <ac:chgData name="Rushi Suthar" userId="5a5453355c6687a8" providerId="LiveId" clId="{ED5A0384-5E9A-4436-9593-6182C53F7079}" dt="2024-10-05T21:15:52.556" v="2215" actId="14100"/>
          <ac:picMkLst>
            <pc:docMk/>
            <pc:sldMk cId="3959257688" sldId="276"/>
            <ac:picMk id="15" creationId="{F51CBCAB-E9BD-833F-2DA1-3E95FAAC7892}"/>
          </ac:picMkLst>
        </pc:picChg>
        <pc:picChg chg="del">
          <ac:chgData name="Rushi Suthar" userId="5a5453355c6687a8" providerId="LiveId" clId="{ED5A0384-5E9A-4436-9593-6182C53F7079}" dt="2024-10-05T21:14:37.917" v="2181" actId="478"/>
          <ac:picMkLst>
            <pc:docMk/>
            <pc:sldMk cId="3959257688" sldId="276"/>
            <ac:picMk id="2050" creationId="{71153CDD-A6AB-5541-9C1B-0A33506C9CB9}"/>
          </ac:picMkLst>
        </pc:picChg>
        <pc:picChg chg="del">
          <ac:chgData name="Rushi Suthar" userId="5a5453355c6687a8" providerId="LiveId" clId="{ED5A0384-5E9A-4436-9593-6182C53F7079}" dt="2024-10-05T21:14:11.144" v="2168" actId="478"/>
          <ac:picMkLst>
            <pc:docMk/>
            <pc:sldMk cId="3959257688" sldId="276"/>
            <ac:picMk id="2054" creationId="{25247D5E-EA13-F331-68F3-9FA25B03D5BF}"/>
          </ac:picMkLst>
        </pc:picChg>
        <pc:picChg chg="del mod">
          <ac:chgData name="Rushi Suthar" userId="5a5453355c6687a8" providerId="LiveId" clId="{ED5A0384-5E9A-4436-9593-6182C53F7079}" dt="2024-10-05T21:14:12.491" v="2170" actId="478"/>
          <ac:picMkLst>
            <pc:docMk/>
            <pc:sldMk cId="3959257688" sldId="276"/>
            <ac:picMk id="2056" creationId="{7B83FA82-9338-31F2-08CB-953C96E8FA35}"/>
          </ac:picMkLst>
        </pc:picChg>
      </pc:sldChg>
      <pc:sldChg chg="addSp delSp modSp mod">
        <pc:chgData name="Rushi Suthar" userId="5a5453355c6687a8" providerId="LiveId" clId="{ED5A0384-5E9A-4436-9593-6182C53F7079}" dt="2024-10-05T20:06:10.475" v="2018" actId="1038"/>
        <pc:sldMkLst>
          <pc:docMk/>
          <pc:sldMk cId="1923287962" sldId="278"/>
        </pc:sldMkLst>
        <pc:picChg chg="add del mod">
          <ac:chgData name="Rushi Suthar" userId="5a5453355c6687a8" providerId="LiveId" clId="{ED5A0384-5E9A-4436-9593-6182C53F7079}" dt="2024-10-05T20:05:34.857" v="2004" actId="478"/>
          <ac:picMkLst>
            <pc:docMk/>
            <pc:sldMk cId="1923287962" sldId="278"/>
            <ac:picMk id="2" creationId="{6C01EE8E-D864-DD4C-8DC6-E8516C4869DA}"/>
          </ac:picMkLst>
        </pc:picChg>
        <pc:picChg chg="del">
          <ac:chgData name="Rushi Suthar" userId="5a5453355c6687a8" providerId="LiveId" clId="{ED5A0384-5E9A-4436-9593-6182C53F7079}" dt="2024-10-05T20:06:01.688" v="2009" actId="478"/>
          <ac:picMkLst>
            <pc:docMk/>
            <pc:sldMk cId="1923287962" sldId="278"/>
            <ac:picMk id="5" creationId="{FA795E4F-2449-39B9-BB19-AB291DF46531}"/>
          </ac:picMkLst>
        </pc:picChg>
        <pc:picChg chg="add mod">
          <ac:chgData name="Rushi Suthar" userId="5a5453355c6687a8" providerId="LiveId" clId="{ED5A0384-5E9A-4436-9593-6182C53F7079}" dt="2024-10-05T20:05:27.331" v="2003"/>
          <ac:picMkLst>
            <pc:docMk/>
            <pc:sldMk cId="1923287962" sldId="278"/>
            <ac:picMk id="6" creationId="{4B0C2DCF-91BC-F0BB-6879-84F7B2BC1B93}"/>
          </ac:picMkLst>
        </pc:picChg>
        <pc:picChg chg="add mod">
          <ac:chgData name="Rushi Suthar" userId="5a5453355c6687a8" providerId="LiveId" clId="{ED5A0384-5E9A-4436-9593-6182C53F7079}" dt="2024-10-05T20:06:10.475" v="2018" actId="1038"/>
          <ac:picMkLst>
            <pc:docMk/>
            <pc:sldMk cId="1923287962" sldId="278"/>
            <ac:picMk id="7" creationId="{B3EF9E76-A3E4-13BF-0F91-F733A7BB55FA}"/>
          </ac:picMkLst>
        </pc:picChg>
        <pc:picChg chg="mod">
          <ac:chgData name="Rushi Suthar" userId="5a5453355c6687a8" providerId="LiveId" clId="{ED5A0384-5E9A-4436-9593-6182C53F7079}" dt="2024-10-05T20:05:40.163" v="2005" actId="14100"/>
          <ac:picMkLst>
            <pc:docMk/>
            <pc:sldMk cId="1923287962" sldId="278"/>
            <ac:picMk id="11" creationId="{A2B0C965-759A-EA64-22F8-4CBA662194F5}"/>
          </ac:picMkLst>
        </pc:picChg>
      </pc:sldChg>
      <pc:sldChg chg="del">
        <pc:chgData name="Rushi Suthar" userId="5a5453355c6687a8" providerId="LiveId" clId="{ED5A0384-5E9A-4436-9593-6182C53F7079}" dt="2024-10-05T18:58:46.207" v="607" actId="47"/>
        <pc:sldMkLst>
          <pc:docMk/>
          <pc:sldMk cId="3063680891" sldId="281"/>
        </pc:sldMkLst>
      </pc:sldChg>
      <pc:sldChg chg="del">
        <pc:chgData name="Rushi Suthar" userId="5a5453355c6687a8" providerId="LiveId" clId="{ED5A0384-5E9A-4436-9593-6182C53F7079}" dt="2024-10-04T19:02:03.477" v="0" actId="47"/>
        <pc:sldMkLst>
          <pc:docMk/>
          <pc:sldMk cId="997378065" sldId="282"/>
        </pc:sldMkLst>
      </pc:sldChg>
      <pc:sldChg chg="addSp modSp del mod">
        <pc:chgData name="Rushi Suthar" userId="5a5453355c6687a8" providerId="LiveId" clId="{ED5A0384-5E9A-4436-9593-6182C53F7079}" dt="2024-10-05T20:08:10" v="2050" actId="2696"/>
        <pc:sldMkLst>
          <pc:docMk/>
          <pc:sldMk cId="1613289670" sldId="283"/>
        </pc:sldMkLst>
        <pc:picChg chg="add mod">
          <ac:chgData name="Rushi Suthar" userId="5a5453355c6687a8" providerId="LiveId" clId="{ED5A0384-5E9A-4436-9593-6182C53F7079}" dt="2024-10-05T20:05:22.551" v="2002" actId="1076"/>
          <ac:picMkLst>
            <pc:docMk/>
            <pc:sldMk cId="1613289670" sldId="283"/>
            <ac:picMk id="2" creationId="{AAA4BF6F-7835-BFC2-936E-C8DA15BF793C}"/>
          </ac:picMkLst>
        </pc:picChg>
        <pc:picChg chg="mod">
          <ac:chgData name="Rushi Suthar" userId="5a5453355c6687a8" providerId="LiveId" clId="{ED5A0384-5E9A-4436-9593-6182C53F7079}" dt="2024-10-05T20:05:48.441" v="2007" actId="14100"/>
          <ac:picMkLst>
            <pc:docMk/>
            <pc:sldMk cId="1613289670" sldId="283"/>
            <ac:picMk id="4" creationId="{5481CA10-77A7-6F76-C7CB-76D636A130B1}"/>
          </ac:picMkLst>
        </pc:picChg>
        <pc:picChg chg="add mod">
          <ac:chgData name="Rushi Suthar" userId="5a5453355c6687a8" providerId="LiveId" clId="{ED5A0384-5E9A-4436-9593-6182C53F7079}" dt="2024-10-05T20:05:06.518" v="1998" actId="14100"/>
          <ac:picMkLst>
            <pc:docMk/>
            <pc:sldMk cId="1613289670" sldId="283"/>
            <ac:picMk id="6" creationId="{938EFA8E-FEBE-9362-C861-059D121204A6}"/>
          </ac:picMkLst>
        </pc:picChg>
      </pc:sldChg>
      <pc:sldChg chg="addSp delSp modSp new mod setBg">
        <pc:chgData name="Rushi Suthar" userId="5a5453355c6687a8" providerId="LiveId" clId="{ED5A0384-5E9A-4436-9593-6182C53F7079}" dt="2024-10-06T03:34:40.377" v="2772" actId="1037"/>
        <pc:sldMkLst>
          <pc:docMk/>
          <pc:sldMk cId="223839923" sldId="284"/>
        </pc:sldMkLst>
        <pc:spChg chg="mod">
          <ac:chgData name="Rushi Suthar" userId="5a5453355c6687a8" providerId="LiveId" clId="{ED5A0384-5E9A-4436-9593-6182C53F7079}" dt="2024-10-05T20:02:06.806" v="1978" actId="1036"/>
          <ac:spMkLst>
            <pc:docMk/>
            <pc:sldMk cId="223839923" sldId="284"/>
            <ac:spMk id="2" creationId="{EB3348A4-1D75-333A-1F77-C9BE4102374C}"/>
          </ac:spMkLst>
        </pc:spChg>
        <pc:spChg chg="del mod">
          <ac:chgData name="Rushi Suthar" userId="5a5453355c6687a8" providerId="LiveId" clId="{ED5A0384-5E9A-4436-9593-6182C53F7079}" dt="2024-10-05T19:15:02.478" v="1005" actId="478"/>
          <ac:spMkLst>
            <pc:docMk/>
            <pc:sldMk cId="223839923" sldId="284"/>
            <ac:spMk id="3" creationId="{8F46835A-7E14-9C5E-1D1D-F28F2D0C02FC}"/>
          </ac:spMkLst>
        </pc:spChg>
        <pc:spChg chg="add mod">
          <ac:chgData name="Rushi Suthar" userId="5a5453355c6687a8" providerId="LiveId" clId="{ED5A0384-5E9A-4436-9593-6182C53F7079}" dt="2024-10-05T19:14:33.415" v="1000"/>
          <ac:spMkLst>
            <pc:docMk/>
            <pc:sldMk cId="223839923" sldId="284"/>
            <ac:spMk id="4" creationId="{04EFA0FF-CB42-3C83-FFBF-300AC76281F2}"/>
          </ac:spMkLst>
        </pc:spChg>
        <pc:spChg chg="add mod">
          <ac:chgData name="Rushi Suthar" userId="5a5453355c6687a8" providerId="LiveId" clId="{ED5A0384-5E9A-4436-9593-6182C53F7079}" dt="2024-10-05T19:14:34.681" v="1001"/>
          <ac:spMkLst>
            <pc:docMk/>
            <pc:sldMk cId="223839923" sldId="284"/>
            <ac:spMk id="5" creationId="{A8E6D595-BEC5-2564-8D2E-3A0E54321696}"/>
          </ac:spMkLst>
        </pc:spChg>
        <pc:spChg chg="mod">
          <ac:chgData name="Rushi Suthar" userId="5a5453355c6687a8" providerId="LiveId" clId="{ED5A0384-5E9A-4436-9593-6182C53F7079}" dt="2024-10-05T19:14:33.415" v="1000"/>
          <ac:spMkLst>
            <pc:docMk/>
            <pc:sldMk cId="223839923" sldId="284"/>
            <ac:spMk id="10" creationId="{15E7F579-A835-B3B1-67C2-BD28F329F8D5}"/>
          </ac:spMkLst>
        </pc:spChg>
        <pc:spChg chg="mod">
          <ac:chgData name="Rushi Suthar" userId="5a5453355c6687a8" providerId="LiveId" clId="{ED5A0384-5E9A-4436-9593-6182C53F7079}" dt="2024-10-05T19:14:33.415" v="1000"/>
          <ac:spMkLst>
            <pc:docMk/>
            <pc:sldMk cId="223839923" sldId="284"/>
            <ac:spMk id="12" creationId="{FFBB9055-426F-2EB1-2A8A-FF6D4669A067}"/>
          </ac:spMkLst>
        </pc:spChg>
        <pc:spChg chg="mod">
          <ac:chgData name="Rushi Suthar" userId="5a5453355c6687a8" providerId="LiveId" clId="{ED5A0384-5E9A-4436-9593-6182C53F7079}" dt="2024-10-05T19:14:33.415" v="1000"/>
          <ac:spMkLst>
            <pc:docMk/>
            <pc:sldMk cId="223839923" sldId="284"/>
            <ac:spMk id="13" creationId="{D1348BFF-E3FF-DA37-3B6B-083439B6AB9A}"/>
          </ac:spMkLst>
        </pc:spChg>
        <pc:spChg chg="mod">
          <ac:chgData name="Rushi Suthar" userId="5a5453355c6687a8" providerId="LiveId" clId="{ED5A0384-5E9A-4436-9593-6182C53F7079}" dt="2024-10-05T19:14:33.415" v="1000"/>
          <ac:spMkLst>
            <pc:docMk/>
            <pc:sldMk cId="223839923" sldId="284"/>
            <ac:spMk id="15" creationId="{DA327B96-B516-FB74-9BCC-25E6D513ECDE}"/>
          </ac:spMkLst>
        </pc:spChg>
        <pc:spChg chg="mod">
          <ac:chgData name="Rushi Suthar" userId="5a5453355c6687a8" providerId="LiveId" clId="{ED5A0384-5E9A-4436-9593-6182C53F7079}" dt="2024-10-05T19:14:33.415" v="1000"/>
          <ac:spMkLst>
            <pc:docMk/>
            <pc:sldMk cId="223839923" sldId="284"/>
            <ac:spMk id="16" creationId="{2ACA93AF-9C7B-FBE6-E8E6-0B348DCC5520}"/>
          </ac:spMkLst>
        </pc:spChg>
        <pc:spChg chg="mod">
          <ac:chgData name="Rushi Suthar" userId="5a5453355c6687a8" providerId="LiveId" clId="{ED5A0384-5E9A-4436-9593-6182C53F7079}" dt="2024-10-05T19:14:33.415" v="1000"/>
          <ac:spMkLst>
            <pc:docMk/>
            <pc:sldMk cId="223839923" sldId="284"/>
            <ac:spMk id="18" creationId="{676C6159-AC66-7EFB-9783-0D4A71EFAA27}"/>
          </ac:spMkLst>
        </pc:spChg>
        <pc:spChg chg="mod">
          <ac:chgData name="Rushi Suthar" userId="5a5453355c6687a8" providerId="LiveId" clId="{ED5A0384-5E9A-4436-9593-6182C53F7079}" dt="2024-10-05T19:14:33.415" v="1000"/>
          <ac:spMkLst>
            <pc:docMk/>
            <pc:sldMk cId="223839923" sldId="284"/>
            <ac:spMk id="19" creationId="{C6592822-A19B-1804-856F-9BD1E55C13BC}"/>
          </ac:spMkLst>
        </pc:spChg>
        <pc:spChg chg="add del">
          <ac:chgData name="Rushi Suthar" userId="5a5453355c6687a8" providerId="LiveId" clId="{ED5A0384-5E9A-4436-9593-6182C53F7079}" dt="2024-10-05T19:14:50.872" v="1003" actId="26606"/>
          <ac:spMkLst>
            <pc:docMk/>
            <pc:sldMk cId="223839923" sldId="284"/>
            <ac:spMk id="24" creationId="{201C88F9-E440-45DE-A776-9609EB590BF5}"/>
          </ac:spMkLst>
        </pc:spChg>
        <pc:spChg chg="add">
          <ac:chgData name="Rushi Suthar" userId="5a5453355c6687a8" providerId="LiveId" clId="{ED5A0384-5E9A-4436-9593-6182C53F7079}" dt="2024-10-05T19:14:51.083" v="1004" actId="26606"/>
          <ac:spMkLst>
            <pc:docMk/>
            <pc:sldMk cId="223839923" sldId="284"/>
            <ac:spMk id="37" creationId="{33E72FA3-BD00-444A-AD9B-E6C3D069CDE3}"/>
          </ac:spMkLst>
        </pc:spChg>
        <pc:spChg chg="add del mod">
          <ac:chgData name="Rushi Suthar" userId="5a5453355c6687a8" providerId="LiveId" clId="{ED5A0384-5E9A-4436-9593-6182C53F7079}" dt="2024-10-05T19:21:57.397" v="1078" actId="11529"/>
          <ac:spMkLst>
            <pc:docMk/>
            <pc:sldMk cId="223839923" sldId="284"/>
            <ac:spMk id="54" creationId="{953C1198-8F8C-8E46-36D4-E0E0F9B45FCC}"/>
          </ac:spMkLst>
        </pc:spChg>
        <pc:spChg chg="add mod">
          <ac:chgData name="Rushi Suthar" userId="5a5453355c6687a8" providerId="LiveId" clId="{ED5A0384-5E9A-4436-9593-6182C53F7079}" dt="2024-10-06T03:31:23.972" v="2679" actId="1037"/>
          <ac:spMkLst>
            <pc:docMk/>
            <pc:sldMk cId="223839923" sldId="284"/>
            <ac:spMk id="55" creationId="{07EF9D3F-122F-BD3E-D305-15B5941676F8}"/>
          </ac:spMkLst>
        </pc:spChg>
        <pc:spChg chg="add mod">
          <ac:chgData name="Rushi Suthar" userId="5a5453355c6687a8" providerId="LiveId" clId="{ED5A0384-5E9A-4436-9593-6182C53F7079}" dt="2024-10-06T03:34:34.916" v="2769" actId="1035"/>
          <ac:spMkLst>
            <pc:docMk/>
            <pc:sldMk cId="223839923" sldId="284"/>
            <ac:spMk id="58" creationId="{0C1CADAA-989B-9F68-1813-04EEE910401E}"/>
          </ac:spMkLst>
        </pc:spChg>
        <pc:spChg chg="add mod">
          <ac:chgData name="Rushi Suthar" userId="5a5453355c6687a8" providerId="LiveId" clId="{ED5A0384-5E9A-4436-9593-6182C53F7079}" dt="2024-10-06T03:31:59.422" v="2702" actId="1037"/>
          <ac:spMkLst>
            <pc:docMk/>
            <pc:sldMk cId="223839923" sldId="284"/>
            <ac:spMk id="61" creationId="{85829F3C-7200-EA09-D9D7-9ECF03299777}"/>
          </ac:spMkLst>
        </pc:spChg>
        <pc:spChg chg="add mod">
          <ac:chgData name="Rushi Suthar" userId="5a5453355c6687a8" providerId="LiveId" clId="{ED5A0384-5E9A-4436-9593-6182C53F7079}" dt="2024-10-06T03:32:08.871" v="2727" actId="1037"/>
          <ac:spMkLst>
            <pc:docMk/>
            <pc:sldMk cId="223839923" sldId="284"/>
            <ac:spMk id="64" creationId="{0778B6A4-307F-0279-CA9A-F8BFAF6280F6}"/>
          </ac:spMkLst>
        </pc:spChg>
        <pc:spChg chg="add mod">
          <ac:chgData name="Rushi Suthar" userId="5a5453355c6687a8" providerId="LiveId" clId="{ED5A0384-5E9A-4436-9593-6182C53F7079}" dt="2024-10-06T03:34:40.377" v="2772" actId="1037"/>
          <ac:spMkLst>
            <pc:docMk/>
            <pc:sldMk cId="223839923" sldId="284"/>
            <ac:spMk id="67" creationId="{26C43DDF-69BD-67B4-0BD6-8C5AA65F0E45}"/>
          </ac:spMkLst>
        </pc:spChg>
        <pc:grpChg chg="add mod">
          <ac:chgData name="Rushi Suthar" userId="5a5453355c6687a8" providerId="LiveId" clId="{ED5A0384-5E9A-4436-9593-6182C53F7079}" dt="2024-10-05T19:14:33.415" v="1000"/>
          <ac:grpSpMkLst>
            <pc:docMk/>
            <pc:sldMk cId="223839923" sldId="284"/>
            <ac:grpSpMk id="8" creationId="{5E1D4722-75E9-556B-DA89-9FDBBC30A8BA}"/>
          </ac:grpSpMkLst>
        </pc:grpChg>
        <pc:grpChg chg="add mod">
          <ac:chgData name="Rushi Suthar" userId="5a5453355c6687a8" providerId="LiveId" clId="{ED5A0384-5E9A-4436-9593-6182C53F7079}" dt="2024-10-05T19:14:33.415" v="1000"/>
          <ac:grpSpMkLst>
            <pc:docMk/>
            <pc:sldMk cId="223839923" sldId="284"/>
            <ac:grpSpMk id="11" creationId="{D198FE46-C609-313D-822C-71F71D12D467}"/>
          </ac:grpSpMkLst>
        </pc:grpChg>
        <pc:grpChg chg="add mod">
          <ac:chgData name="Rushi Suthar" userId="5a5453355c6687a8" providerId="LiveId" clId="{ED5A0384-5E9A-4436-9593-6182C53F7079}" dt="2024-10-05T19:14:33.415" v="1000"/>
          <ac:grpSpMkLst>
            <pc:docMk/>
            <pc:sldMk cId="223839923" sldId="284"/>
            <ac:grpSpMk id="14" creationId="{32F34CC1-2334-57E4-905F-24457B9EDCCE}"/>
          </ac:grpSpMkLst>
        </pc:grpChg>
        <pc:grpChg chg="add mod">
          <ac:chgData name="Rushi Suthar" userId="5a5453355c6687a8" providerId="LiveId" clId="{ED5A0384-5E9A-4436-9593-6182C53F7079}" dt="2024-10-05T19:14:33.415" v="1000"/>
          <ac:grpSpMkLst>
            <pc:docMk/>
            <pc:sldMk cId="223839923" sldId="284"/>
            <ac:grpSpMk id="17" creationId="{FD1D4804-1657-9593-2BE1-DCF8947C44B0}"/>
          </ac:grpSpMkLst>
        </pc:grpChg>
        <pc:grpChg chg="add del">
          <ac:chgData name="Rushi Suthar" userId="5a5453355c6687a8" providerId="LiveId" clId="{ED5A0384-5E9A-4436-9593-6182C53F7079}" dt="2024-10-05T19:14:50.872" v="1003" actId="26606"/>
          <ac:grpSpMkLst>
            <pc:docMk/>
            <pc:sldMk cId="223839923" sldId="284"/>
            <ac:grpSpMk id="23" creationId="{5E1D4722-75E9-556B-DA89-9FDBBC30A8BA}"/>
          </ac:grpSpMkLst>
        </pc:grpChg>
        <pc:grpChg chg="add del">
          <ac:chgData name="Rushi Suthar" userId="5a5453355c6687a8" providerId="LiveId" clId="{ED5A0384-5E9A-4436-9593-6182C53F7079}" dt="2024-10-05T19:14:50.872" v="1003" actId="26606"/>
          <ac:grpSpMkLst>
            <pc:docMk/>
            <pc:sldMk cId="223839923" sldId="284"/>
            <ac:grpSpMk id="27" creationId="{D198FE46-C609-313D-822C-71F71D12D467}"/>
          </ac:grpSpMkLst>
        </pc:grpChg>
        <pc:grpChg chg="add del">
          <ac:chgData name="Rushi Suthar" userId="5a5453355c6687a8" providerId="LiveId" clId="{ED5A0384-5E9A-4436-9593-6182C53F7079}" dt="2024-10-05T19:14:50.872" v="1003" actId="26606"/>
          <ac:grpSpMkLst>
            <pc:docMk/>
            <pc:sldMk cId="223839923" sldId="284"/>
            <ac:grpSpMk id="30" creationId="{32F34CC1-2334-57E4-905F-24457B9EDCCE}"/>
          </ac:grpSpMkLst>
        </pc:grpChg>
        <pc:grpChg chg="add del">
          <ac:chgData name="Rushi Suthar" userId="5a5453355c6687a8" providerId="LiveId" clId="{ED5A0384-5E9A-4436-9593-6182C53F7079}" dt="2024-10-05T19:14:50.872" v="1003" actId="26606"/>
          <ac:grpSpMkLst>
            <pc:docMk/>
            <pc:sldMk cId="223839923" sldId="284"/>
            <ac:grpSpMk id="33" creationId="{FD1D4804-1657-9593-2BE1-DCF8947C44B0}"/>
          </ac:grpSpMkLst>
        </pc:grpChg>
        <pc:grpChg chg="add del">
          <ac:chgData name="Rushi Suthar" userId="5a5453355c6687a8" providerId="LiveId" clId="{ED5A0384-5E9A-4436-9593-6182C53F7079}" dt="2024-10-05T19:15:29.556" v="1014" actId="478"/>
          <ac:grpSpMkLst>
            <pc:docMk/>
            <pc:sldMk cId="223839923" sldId="284"/>
            <ac:grpSpMk id="40" creationId="{5E1D4722-75E9-556B-DA89-9FDBBC30A8BA}"/>
          </ac:grpSpMkLst>
        </pc:grpChg>
        <pc:grpChg chg="add del">
          <ac:chgData name="Rushi Suthar" userId="5a5453355c6687a8" providerId="LiveId" clId="{ED5A0384-5E9A-4436-9593-6182C53F7079}" dt="2024-10-05T19:15:25.657" v="1012" actId="478"/>
          <ac:grpSpMkLst>
            <pc:docMk/>
            <pc:sldMk cId="223839923" sldId="284"/>
            <ac:grpSpMk id="43" creationId="{D198FE46-C609-313D-822C-71F71D12D467}"/>
          </ac:grpSpMkLst>
        </pc:grpChg>
        <pc:grpChg chg="add del">
          <ac:chgData name="Rushi Suthar" userId="5a5453355c6687a8" providerId="LiveId" clId="{ED5A0384-5E9A-4436-9593-6182C53F7079}" dt="2024-10-05T19:15:27.393" v="1013" actId="478"/>
          <ac:grpSpMkLst>
            <pc:docMk/>
            <pc:sldMk cId="223839923" sldId="284"/>
            <ac:grpSpMk id="46" creationId="{32F34CC1-2334-57E4-905F-24457B9EDCCE}"/>
          </ac:grpSpMkLst>
        </pc:grpChg>
        <pc:grpChg chg="add del mod">
          <ac:chgData name="Rushi Suthar" userId="5a5453355c6687a8" providerId="LiveId" clId="{ED5A0384-5E9A-4436-9593-6182C53F7079}" dt="2024-10-05T19:15:23.398" v="1011" actId="478"/>
          <ac:grpSpMkLst>
            <pc:docMk/>
            <pc:sldMk cId="223839923" sldId="284"/>
            <ac:grpSpMk id="49" creationId="{FD1D4804-1657-9593-2BE1-DCF8947C44B0}"/>
          </ac:grpSpMkLst>
        </pc:grpChg>
        <pc:picChg chg="add mod">
          <ac:chgData name="Rushi Suthar" userId="5a5453355c6687a8" providerId="LiveId" clId="{ED5A0384-5E9A-4436-9593-6182C53F7079}" dt="2024-10-05T19:14:33.415" v="1000"/>
          <ac:picMkLst>
            <pc:docMk/>
            <pc:sldMk cId="223839923" sldId="284"/>
            <ac:picMk id="6" creationId="{9E89DEA3-724B-B267-72BE-3DF834CFCE79}"/>
          </ac:picMkLst>
        </pc:picChg>
        <pc:picChg chg="add mod">
          <ac:chgData name="Rushi Suthar" userId="5a5453355c6687a8" providerId="LiveId" clId="{ED5A0384-5E9A-4436-9593-6182C53F7079}" dt="2024-10-05T19:14:33.415" v="1000"/>
          <ac:picMkLst>
            <pc:docMk/>
            <pc:sldMk cId="223839923" sldId="284"/>
            <ac:picMk id="7" creationId="{2EA5DB55-3996-9956-4232-5DC1579A18F4}"/>
          </ac:picMkLst>
        </pc:picChg>
        <pc:picChg chg="mod">
          <ac:chgData name="Rushi Suthar" userId="5a5453355c6687a8" providerId="LiveId" clId="{ED5A0384-5E9A-4436-9593-6182C53F7079}" dt="2024-10-05T19:14:33.415" v="1000"/>
          <ac:picMkLst>
            <pc:docMk/>
            <pc:sldMk cId="223839923" sldId="284"/>
            <ac:picMk id="9" creationId="{8F2DD00B-29BD-7016-1EDE-DFF296E75881}"/>
          </ac:picMkLst>
        </pc:picChg>
        <pc:picChg chg="add del">
          <ac:chgData name="Rushi Suthar" userId="5a5453355c6687a8" providerId="LiveId" clId="{ED5A0384-5E9A-4436-9593-6182C53F7079}" dt="2024-10-05T19:14:50.872" v="1003" actId="26606"/>
          <ac:picMkLst>
            <pc:docMk/>
            <pc:sldMk cId="223839923" sldId="284"/>
            <ac:picMk id="21" creationId="{9E89DEA3-724B-B267-72BE-3DF834CFCE79}"/>
          </ac:picMkLst>
        </pc:picChg>
        <pc:picChg chg="add del">
          <ac:chgData name="Rushi Suthar" userId="5a5453355c6687a8" providerId="LiveId" clId="{ED5A0384-5E9A-4436-9593-6182C53F7079}" dt="2024-10-05T19:14:50.872" v="1003" actId="26606"/>
          <ac:picMkLst>
            <pc:docMk/>
            <pc:sldMk cId="223839923" sldId="284"/>
            <ac:picMk id="22" creationId="{2EA5DB55-3996-9956-4232-5DC1579A18F4}"/>
          </ac:picMkLst>
        </pc:picChg>
        <pc:picChg chg="add mod">
          <ac:chgData name="Rushi Suthar" userId="5a5453355c6687a8" providerId="LiveId" clId="{ED5A0384-5E9A-4436-9593-6182C53F7079}" dt="2024-10-05T19:19:26.055" v="1061" actId="931"/>
          <ac:picMkLst>
            <pc:docMk/>
            <pc:sldMk cId="223839923" sldId="284"/>
            <ac:picMk id="36" creationId="{03E91AEF-49E7-A466-2E74-E727B0E7FDB5}"/>
          </ac:picMkLst>
        </pc:picChg>
        <pc:picChg chg="add mod">
          <ac:chgData name="Rushi Suthar" userId="5a5453355c6687a8" providerId="LiveId" clId="{ED5A0384-5E9A-4436-9593-6182C53F7079}" dt="2024-10-06T03:33:47.563" v="2757" actId="1037"/>
          <ac:picMkLst>
            <pc:docMk/>
            <pc:sldMk cId="223839923" sldId="284"/>
            <ac:picMk id="38" creationId="{9E89DEA3-724B-B267-72BE-3DF834CFCE79}"/>
          </ac:picMkLst>
        </pc:picChg>
        <pc:picChg chg="add mod">
          <ac:chgData name="Rushi Suthar" userId="5a5453355c6687a8" providerId="LiveId" clId="{ED5A0384-5E9A-4436-9593-6182C53F7079}" dt="2024-10-06T03:33:34.221" v="2741" actId="1035"/>
          <ac:picMkLst>
            <pc:docMk/>
            <pc:sldMk cId="223839923" sldId="284"/>
            <ac:picMk id="39" creationId="{2EA5DB55-3996-9956-4232-5DC1579A18F4}"/>
          </ac:picMkLst>
        </pc:picChg>
        <pc:picChg chg="add mod">
          <ac:chgData name="Rushi Suthar" userId="5a5453355c6687a8" providerId="LiveId" clId="{ED5A0384-5E9A-4436-9593-6182C53F7079}" dt="2024-10-06T03:29:22.811" v="2368" actId="14100"/>
          <ac:picMkLst>
            <pc:docMk/>
            <pc:sldMk cId="223839923" sldId="284"/>
            <ac:picMk id="53" creationId="{CB3A51A7-29D4-F611-AAC8-6E071D411A19}"/>
          </ac:picMkLst>
        </pc:picChg>
        <pc:picChg chg="add mod modCrop">
          <ac:chgData name="Rushi Suthar" userId="5a5453355c6687a8" providerId="LiveId" clId="{ED5A0384-5E9A-4436-9593-6182C53F7079}" dt="2024-10-06T03:29:38.247" v="2397" actId="14100"/>
          <ac:picMkLst>
            <pc:docMk/>
            <pc:sldMk cId="223839923" sldId="284"/>
            <ac:picMk id="57" creationId="{5873EF92-32CB-F0F8-6EF2-6F09349968F4}"/>
          </ac:picMkLst>
        </pc:picChg>
        <pc:picChg chg="add mod modCrop">
          <ac:chgData name="Rushi Suthar" userId="5a5453355c6687a8" providerId="LiveId" clId="{ED5A0384-5E9A-4436-9593-6182C53F7079}" dt="2024-10-06T03:29:57.110" v="2464" actId="1036"/>
          <ac:picMkLst>
            <pc:docMk/>
            <pc:sldMk cId="223839923" sldId="284"/>
            <ac:picMk id="60" creationId="{6843B913-D9B0-ACEF-13CD-DD47E630300D}"/>
          </ac:picMkLst>
        </pc:picChg>
        <pc:picChg chg="add mod">
          <ac:chgData name="Rushi Suthar" userId="5a5453355c6687a8" providerId="LiveId" clId="{ED5A0384-5E9A-4436-9593-6182C53F7079}" dt="2024-10-06T03:32:03.720" v="2717" actId="1038"/>
          <ac:picMkLst>
            <pc:docMk/>
            <pc:sldMk cId="223839923" sldId="284"/>
            <ac:picMk id="63" creationId="{47B47398-1DF1-8A83-A8C5-F881227EF9C0}"/>
          </ac:picMkLst>
        </pc:picChg>
        <pc:picChg chg="add mod modCrop">
          <ac:chgData name="Rushi Suthar" userId="5a5453355c6687a8" providerId="LiveId" clId="{ED5A0384-5E9A-4436-9593-6182C53F7079}" dt="2024-10-06T03:34:31.433" v="2764" actId="1035"/>
          <ac:picMkLst>
            <pc:docMk/>
            <pc:sldMk cId="223839923" sldId="284"/>
            <ac:picMk id="66" creationId="{B31F5274-A154-DF86-2AB0-2181610A5FCD}"/>
          </ac:picMkLst>
        </pc:picChg>
      </pc:sldChg>
      <pc:sldChg chg="addSp delSp modSp new mod">
        <pc:chgData name="Rushi Suthar" userId="5a5453355c6687a8" providerId="LiveId" clId="{ED5A0384-5E9A-4436-9593-6182C53F7079}" dt="2024-10-05T21:13:43.402" v="2161" actId="1076"/>
        <pc:sldMkLst>
          <pc:docMk/>
          <pc:sldMk cId="1554268092" sldId="285"/>
        </pc:sldMkLst>
        <pc:spChg chg="del mod">
          <ac:chgData name="Rushi Suthar" userId="5a5453355c6687a8" providerId="LiveId" clId="{ED5A0384-5E9A-4436-9593-6182C53F7079}" dt="2024-10-05T21:06:38.418" v="2085" actId="478"/>
          <ac:spMkLst>
            <pc:docMk/>
            <pc:sldMk cId="1554268092" sldId="285"/>
            <ac:spMk id="2" creationId="{E2163DBD-8BD8-B3C1-1A80-6E1C41BD7341}"/>
          </ac:spMkLst>
        </pc:spChg>
        <pc:spChg chg="del">
          <ac:chgData name="Rushi Suthar" userId="5a5453355c6687a8" providerId="LiveId" clId="{ED5A0384-5E9A-4436-9593-6182C53F7079}" dt="2024-10-05T21:06:39.673" v="2086" actId="478"/>
          <ac:spMkLst>
            <pc:docMk/>
            <pc:sldMk cId="1554268092" sldId="285"/>
            <ac:spMk id="3" creationId="{0DC14CDC-8705-1E11-8F72-24D360E5145C}"/>
          </ac:spMkLst>
        </pc:spChg>
        <pc:spChg chg="add">
          <ac:chgData name="Rushi Suthar" userId="5a5453355c6687a8" providerId="LiveId" clId="{ED5A0384-5E9A-4436-9593-6182C53F7079}" dt="2024-10-05T21:06:19.660" v="2082"/>
          <ac:spMkLst>
            <pc:docMk/>
            <pc:sldMk cId="1554268092" sldId="285"/>
            <ac:spMk id="4" creationId="{C372F4B9-78A3-21CC-3AA2-92749244EEE6}"/>
          </ac:spMkLst>
        </pc:spChg>
        <pc:spChg chg="add">
          <ac:chgData name="Rushi Suthar" userId="5a5453355c6687a8" providerId="LiveId" clId="{ED5A0384-5E9A-4436-9593-6182C53F7079}" dt="2024-10-05T21:06:34.513" v="2084"/>
          <ac:spMkLst>
            <pc:docMk/>
            <pc:sldMk cId="1554268092" sldId="285"/>
            <ac:spMk id="5" creationId="{267ABA84-ADA1-A62F-24FA-3E5E42422BB6}"/>
          </ac:spMkLst>
        </pc:spChg>
        <pc:spChg chg="add mod">
          <ac:chgData name="Rushi Suthar" userId="5a5453355c6687a8" providerId="LiveId" clId="{ED5A0384-5E9A-4436-9593-6182C53F7079}" dt="2024-10-05T21:12:21.572" v="2131" actId="1076"/>
          <ac:spMkLst>
            <pc:docMk/>
            <pc:sldMk cId="1554268092" sldId="285"/>
            <ac:spMk id="21" creationId="{53751978-1D9D-B492-D119-05DA0302686F}"/>
          </ac:spMkLst>
        </pc:spChg>
        <pc:spChg chg="add mod">
          <ac:chgData name="Rushi Suthar" userId="5a5453355c6687a8" providerId="LiveId" clId="{ED5A0384-5E9A-4436-9593-6182C53F7079}" dt="2024-10-05T21:13:43.402" v="2161" actId="1076"/>
          <ac:spMkLst>
            <pc:docMk/>
            <pc:sldMk cId="1554268092" sldId="285"/>
            <ac:spMk id="22" creationId="{B7341926-740E-9216-F0B5-10ACC3DB047B}"/>
          </ac:spMkLst>
        </pc:spChg>
        <pc:picChg chg="add mod">
          <ac:chgData name="Rushi Suthar" userId="5a5453355c6687a8" providerId="LiveId" clId="{ED5A0384-5E9A-4436-9593-6182C53F7079}" dt="2024-10-05T21:12:19.923" v="2130" actId="1076"/>
          <ac:picMkLst>
            <pc:docMk/>
            <pc:sldMk cId="1554268092" sldId="285"/>
            <ac:picMk id="7" creationId="{F5DE2170-038A-6D07-6232-CBF8BA4D2E13}"/>
          </ac:picMkLst>
        </pc:picChg>
        <pc:picChg chg="add del mod">
          <ac:chgData name="Rushi Suthar" userId="5a5453355c6687a8" providerId="LiveId" clId="{ED5A0384-5E9A-4436-9593-6182C53F7079}" dt="2024-10-05T21:08:37.160" v="2099" actId="478"/>
          <ac:picMkLst>
            <pc:docMk/>
            <pc:sldMk cId="1554268092" sldId="285"/>
            <ac:picMk id="9" creationId="{4A53584E-30AD-F2D3-5910-28285CD2E3EC}"/>
          </ac:picMkLst>
        </pc:picChg>
        <pc:picChg chg="add mod modCrop">
          <ac:chgData name="Rushi Suthar" userId="5a5453355c6687a8" providerId="LiveId" clId="{ED5A0384-5E9A-4436-9593-6182C53F7079}" dt="2024-10-05T21:12:37.089" v="2133" actId="14100"/>
          <ac:picMkLst>
            <pc:docMk/>
            <pc:sldMk cId="1554268092" sldId="285"/>
            <ac:picMk id="11" creationId="{942F3F39-3110-1CEC-AD89-2770BF62DF2D}"/>
          </ac:picMkLst>
        </pc:picChg>
        <pc:inkChg chg="add del">
          <ac:chgData name="Rushi Suthar" userId="5a5453355c6687a8" providerId="LiveId" clId="{ED5A0384-5E9A-4436-9593-6182C53F7079}" dt="2024-10-05T21:10:09.232" v="2111" actId="9405"/>
          <ac:inkMkLst>
            <pc:docMk/>
            <pc:sldMk cId="1554268092" sldId="285"/>
            <ac:inkMk id="12" creationId="{2E8ECF34-9B22-0F69-C5B5-2575833906A0}"/>
          </ac:inkMkLst>
        </pc:inkChg>
        <pc:inkChg chg="add del">
          <ac:chgData name="Rushi Suthar" userId="5a5453355c6687a8" providerId="LiveId" clId="{ED5A0384-5E9A-4436-9593-6182C53F7079}" dt="2024-10-05T21:10:21.521" v="2115" actId="9405"/>
          <ac:inkMkLst>
            <pc:docMk/>
            <pc:sldMk cId="1554268092" sldId="285"/>
            <ac:inkMk id="13" creationId="{623EDCDF-A9B3-709E-784D-DB14F71D0CDE}"/>
          </ac:inkMkLst>
        </pc:inkChg>
        <pc:inkChg chg="add del">
          <ac:chgData name="Rushi Suthar" userId="5a5453355c6687a8" providerId="LiveId" clId="{ED5A0384-5E9A-4436-9593-6182C53F7079}" dt="2024-10-05T21:10:21.158" v="2114" actId="9405"/>
          <ac:inkMkLst>
            <pc:docMk/>
            <pc:sldMk cId="1554268092" sldId="285"/>
            <ac:inkMk id="14" creationId="{BC4DC227-7AD9-6624-74E9-3FE0685C6EF5}"/>
          </ac:inkMkLst>
        </pc:inkChg>
        <pc:inkChg chg="add del">
          <ac:chgData name="Rushi Suthar" userId="5a5453355c6687a8" providerId="LiveId" clId="{ED5A0384-5E9A-4436-9593-6182C53F7079}" dt="2024-10-05T21:10:37.502" v="2117" actId="9405"/>
          <ac:inkMkLst>
            <pc:docMk/>
            <pc:sldMk cId="1554268092" sldId="285"/>
            <ac:inkMk id="15" creationId="{1875664D-EE34-19F2-9E81-1A8F2DFE0C4F}"/>
          </ac:inkMkLst>
        </pc:inkChg>
        <pc:inkChg chg="add del">
          <ac:chgData name="Rushi Suthar" userId="5a5453355c6687a8" providerId="LiveId" clId="{ED5A0384-5E9A-4436-9593-6182C53F7079}" dt="2024-10-05T21:10:44.236" v="2119" actId="9405"/>
          <ac:inkMkLst>
            <pc:docMk/>
            <pc:sldMk cId="1554268092" sldId="285"/>
            <ac:inkMk id="16" creationId="{A7A02153-42E5-C699-5B7A-4E2C4B8C2876}"/>
          </ac:inkMkLst>
        </pc:inkChg>
        <pc:inkChg chg="add">
          <ac:chgData name="Rushi Suthar" userId="5a5453355c6687a8" providerId="LiveId" clId="{ED5A0384-5E9A-4436-9593-6182C53F7079}" dt="2024-10-05T21:11:06.605" v="2120" actId="9405"/>
          <ac:inkMkLst>
            <pc:docMk/>
            <pc:sldMk cId="1554268092" sldId="285"/>
            <ac:inkMk id="17" creationId="{9B8BE83B-6F93-82DE-4FAA-338E4E5AC28F}"/>
          </ac:inkMkLst>
        </pc:inkChg>
        <pc:cxnChg chg="add del mod">
          <ac:chgData name="Rushi Suthar" userId="5a5453355c6687a8" providerId="LiveId" clId="{ED5A0384-5E9A-4436-9593-6182C53F7079}" dt="2024-10-05T21:11:50.802" v="2124" actId="478"/>
          <ac:cxnSpMkLst>
            <pc:docMk/>
            <pc:sldMk cId="1554268092" sldId="285"/>
            <ac:cxnSpMk id="19" creationId="{4B477084-869F-C8C8-0F1E-537C20DD64E9}"/>
          </ac:cxnSpMkLst>
        </pc:cxnChg>
      </pc:sldChg>
      <pc:sldChg chg="addSp delSp modSp new mod">
        <pc:chgData name="Rushi Suthar" userId="5a5453355c6687a8" providerId="LiveId" clId="{ED5A0384-5E9A-4436-9593-6182C53F7079}" dt="2024-10-06T03:41:44.539" v="2941" actId="1038"/>
        <pc:sldMkLst>
          <pc:docMk/>
          <pc:sldMk cId="1839342217" sldId="286"/>
        </pc:sldMkLst>
        <pc:spChg chg="mod">
          <ac:chgData name="Rushi Suthar" userId="5a5453355c6687a8" providerId="LiveId" clId="{ED5A0384-5E9A-4436-9593-6182C53F7079}" dt="2024-10-06T03:39:34.001" v="2914" actId="1035"/>
          <ac:spMkLst>
            <pc:docMk/>
            <pc:sldMk cId="1839342217" sldId="286"/>
            <ac:spMk id="2" creationId="{96CA73D2-5561-0846-C8D4-47B9B14D6261}"/>
          </ac:spMkLst>
        </pc:spChg>
        <pc:spChg chg="del">
          <ac:chgData name="Rushi Suthar" userId="5a5453355c6687a8" providerId="LiveId" clId="{ED5A0384-5E9A-4436-9593-6182C53F7079}" dt="2024-10-06T03:35:39.487" v="2792" actId="478"/>
          <ac:spMkLst>
            <pc:docMk/>
            <pc:sldMk cId="1839342217" sldId="286"/>
            <ac:spMk id="3" creationId="{E109CBA1-2A23-5A0C-2335-815707A40FE4}"/>
          </ac:spMkLst>
        </pc:spChg>
        <pc:spChg chg="add del mod">
          <ac:chgData name="Rushi Suthar" userId="5a5453355c6687a8" providerId="LiveId" clId="{ED5A0384-5E9A-4436-9593-6182C53F7079}" dt="2024-10-06T03:40:26.223" v="2921" actId="478"/>
          <ac:spMkLst>
            <pc:docMk/>
            <pc:sldMk cId="1839342217" sldId="286"/>
            <ac:spMk id="9" creationId="{83F4BA03-8600-4434-8B9E-164844B3C4D5}"/>
          </ac:spMkLst>
        </pc:spChg>
        <pc:spChg chg="add mod">
          <ac:chgData name="Rushi Suthar" userId="5a5453355c6687a8" providerId="LiveId" clId="{ED5A0384-5E9A-4436-9593-6182C53F7079}" dt="2024-10-06T03:41:44.539" v="2941" actId="1038"/>
          <ac:spMkLst>
            <pc:docMk/>
            <pc:sldMk cId="1839342217" sldId="286"/>
            <ac:spMk id="14" creationId="{72B422F9-33EF-E22A-5037-8D43537CDC4A}"/>
          </ac:spMkLst>
        </pc:spChg>
        <pc:picChg chg="add mod modCrop">
          <ac:chgData name="Rushi Suthar" userId="5a5453355c6687a8" providerId="LiveId" clId="{ED5A0384-5E9A-4436-9593-6182C53F7079}" dt="2024-10-06T03:36:40.935" v="2812" actId="1035"/>
          <ac:picMkLst>
            <pc:docMk/>
            <pc:sldMk cId="1839342217" sldId="286"/>
            <ac:picMk id="4" creationId="{64CAF66B-C0CD-E6D1-C549-E19C1FFD42E3}"/>
          </ac:picMkLst>
        </pc:picChg>
        <pc:picChg chg="add del mod">
          <ac:chgData name="Rushi Suthar" userId="5a5453355c6687a8" providerId="LiveId" clId="{ED5A0384-5E9A-4436-9593-6182C53F7079}" dt="2024-10-06T03:37:54.643" v="2844" actId="478"/>
          <ac:picMkLst>
            <pc:docMk/>
            <pc:sldMk cId="1839342217" sldId="286"/>
            <ac:picMk id="6" creationId="{B8E403A4-AEE8-3E69-AA13-6AFD076FEA38}"/>
          </ac:picMkLst>
        </pc:picChg>
        <pc:picChg chg="add mod modCrop">
          <ac:chgData name="Rushi Suthar" userId="5a5453355c6687a8" providerId="LiveId" clId="{ED5A0384-5E9A-4436-9593-6182C53F7079}" dt="2024-10-06T03:39:24.478" v="2885" actId="1038"/>
          <ac:picMkLst>
            <pc:docMk/>
            <pc:sldMk cId="1839342217" sldId="286"/>
            <ac:picMk id="8" creationId="{15C9EC91-D3B1-3CA2-D87C-1CC66D9C328A}"/>
          </ac:picMkLst>
        </pc:picChg>
        <pc:cxnChg chg="add del mod">
          <ac:chgData name="Rushi Suthar" userId="5a5453355c6687a8" providerId="LiveId" clId="{ED5A0384-5E9A-4436-9593-6182C53F7079}" dt="2024-10-06T03:40:58.772" v="2925" actId="478"/>
          <ac:cxnSpMkLst>
            <pc:docMk/>
            <pc:sldMk cId="1839342217" sldId="286"/>
            <ac:cxnSpMk id="11" creationId="{777C531F-14F4-197C-1FD1-460020DC24CB}"/>
          </ac:cxnSpMkLst>
        </pc:cxn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5T21:11:06.60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9545 0 24575,'1'0'0,"0"1"0,0-1 0,0 1 0,0-1 0,0 1 0,0-1 0,0 1 0,-1-1 0,1 1 0,0 0 0,0 0 0,0-1 0,-1 1 0,1 0 0,-1 0 0,1 0 0,0 1 0,12 22 0,-9-18 0,6 18 0,0 1 0,-1-1 0,-2 1 0,6 34 0,-11-50 0,2 13 0,1 42 0,0 0 0,-7-70 0,-1-1 0,0 1 0,0 0 0,0 0 0,-8-11 0,-11-21 0,22 35 0,-1 0 0,0 0 0,-1 0 0,1 0 0,0 1 0,-1-1 0,0 0 0,0 1 0,1-1 0,-1 1 0,-1-1 0,1 1 0,0 0 0,-1 0 0,1 0 0,-1 0 0,1 0 0,-1 1 0,0-1 0,0 1 0,0 0 0,0 0 0,0 0 0,0 0 0,0 0 0,0 1 0,0-1 0,0 1 0,0 0 0,-1 0 0,1 0 0,-4 1 0,-143-2 0,-69 4 0,212-2 0,-1 1 0,1 0 0,0 0 0,0 0 0,-1 1 0,2 1 0,-12 5 0,-28 12 0,0-7 0,-66 9 0,112-23 0,-1 0 0,0 0 0,0 1 0,0-1 0,1 0 0,-1 0 0,0 0 0,0 1 0,1-1 0,-1 0 0,0 1 0,0-1 0,1 1 0,-1-1 0,0 1 0,1-1 0,-1 1 0,1 0 0,-1-1 0,0 1 0,1-1 0,-1 1 0,0 1 0,-7 16 0,1 1 0,1-1 0,0 1 0,-4 27 0,-6 22 0,15-65 0,-4 14 0,0-1 0,-1 0 0,-1-1 0,-8 16 0,13-28 0,0 1 0,-1-1 0,1 0 0,0 0 0,-1 0 0,0 0 0,1 0 0,-1-1 0,0 0 0,0 1 0,-1-1 0,1 0 0,0 0 0,-1 0 0,1-1 0,-1 0 0,0 1 0,1-1 0,-1 0 0,0-1 0,0 1 0,0-1 0,-6 1 0,-62-8 0,-18-1 0,-526 9 0,595 0 0,-36 7 0,46-6 0,-44 4 0,0-2 0,-72-5 0,39-1 0,-92 3 0,-190-2 0,-168-60 0,313 29 0,187 25 0,0-2 0,-71-26 0,45 13 0,42 16 0,0 0 0,0 2 0,-1 1 0,-25-1 0,-94 5 0,51 2 0,-77-5 0,-183 4 0,240 7 0,-21 0 0,122-9 0,-605-12 0,-345-60 0,381 57 0,401 17 0,90 6 0,-71 1 0,-782-9 0,938 0 0,-1 1 0,1-1 0,0 1 0,0-1 0,0 1 0,0 0 0,0 0 0,0 0 0,0 1 0,0-1 0,0 1 0,1 0 0,-1 0 0,1 0 0,-1 0 0,1 0 0,-3 3 0,1-1 0,0 0 0,0-1 0,-1 0 0,-7 5 0,4-5 0,0-1 0,-1-1 0,1 1 0,0-1 0,-1-1 0,1 1 0,-1-1 0,1-1 0,-10-1 0,-14 0 0,-221 11 0,189-11 0,-75 4 0,125 0 0,1 2 0,-1 0 0,1 0 0,0 1 0,1 0 0,-1 2 0,1-1 0,0 1 0,-14 12 0,11-9 0,11-8 0,-1 0 0,0-1 0,1 1 0,-1-1 0,0 0 0,0 0 0,-5 0 0,-17 5 0,15-4 0,1 1 0,0-2 0,-1 0 0,1 0 0,-1-1 0,-20-2 0,-72-16 0,58 9 0,13 4 0,18 3 0,1 0 0,0-1 0,-20-6 0,33 9 0,0-1 0,1 1 0,-1 0 0,0 0 0,1-1 0,-1 1 0,1 0 0,-1-1 0,1 1 0,-1-1 0,1 1 0,-1 0 0,1-1 0,-1 1 0,1-1 0,-1 1 0,1-1 0,0 0 0,-1 1 0,1-1 0,0 1 0,-1-1 0,1 0 0,0 1 0,0-1 0,0 0 0,0 1 0,0-1 0,0 0 0,0 0 0,0-1 0,0 0 0,1 1 0,0-1 0,-1 0 0,1 1 0,0-1 0,0 1 0,0-1 0,0 1 0,0-1 0,2-1 0,2-3 0,1 1 0,0 0 0,1 0 0,7-5 0,5-1 0,0 1 0,1 1 0,1 1 0,-1 1 0,2 0 0,-1 2 0,0 0 0,1 2 0,26-2 0,-24 3 0,38-9 0,-45 7 0,0 1 0,0 0 0,0 2 0,34 0 0,-40 3 0,-1 0 0,1 1 0,9 3 0,23 6 0,-7-4 0,-23-4 0,0-2 0,0 1 0,25 0 0,5-2 0,65 11 0,-67-6 0,73 1 0,-107-6 0,0-1 0,0 1 0,0 1 0,1 0 0,-2 0 0,1 0 0,11 5 0,-11-3 0,1-1 0,-1 0 0,1-1 0,0 0 0,0 0 0,9 0 0,106 6 0,-101-7 0,-14-1 0,1 0 0,-1 1 0,0 0 0,14 3 0,-18-3 0,-1 1 0,0-1 0,0 1 0,0-1 0,-1 1 0,1 0 0,0 0 0,-1 0 0,1 0 0,-1 1 0,1-1 0,-1 1 0,0 0 0,0-1 0,2 5 0,23 46 0,-17-32 0,16 26 0,-24-44 0,0 1 0,-1-1 0,0 1 0,0-1 0,0 1 0,0 0 0,0-1 0,-1 1 0,0 0 0,0-1 0,0 1 0,0 0 0,0 0 0,-1-1 0,0 1 0,1 0 0,-1-1 0,-1 1 0,1-1 0,0 1 0,-1-1 0,0 0 0,0 0 0,-2 4 0,4-7 0,0 0 0,0 0 0,0 0 0,0 0 0,0 0 0,0 0 0,0 0 0,0 0 0,0 0 0,0 0 0,0 0 0,0 0 0,1 0 0,-1 0 0,0 0 0,0 1 0,0-1 0,0 0 0,0 0 0,0 0 0,0 0 0,0 0 0,0 0 0,0 0 0,0 0 0,0 0 0,0 0 0,0 0 0,0 0 0,0 0 0,0 1 0,0-1 0,0 0 0,0 0 0,0 0 0,0 0 0,0 0 0,0 0 0,0 0 0,0 0 0,0 0 0,0 0 0,0 0 0,0 0 0,0 0 0,0 1 0,0-1 0,0 0 0,0 0 0,0 0 0,0 0 0,0 0 0,0 0 0,-1 0 0,1 0 0,0 0 0,0 0 0,9-5 0,8-10 0,-10 10 0,-1 1 0,1-1 0,0 1 0,1 1 0,-1-1 0,1 1 0,-1 0 0,1 1 0,0 0 0,13-2 0,11 1 0,43-1 0,-48 3 0,2 1 0,-7 0 0,-1 0 0,1-2 0,-1 0 0,0-2 0,0 0 0,32-11 0,-37 9 0,1 1 0,-1 1 0,1 0 0,0 1 0,28-2 0,91 6 0,-57 1 0,180 6 0,-124-8 0,-5 1 0,-94 8 0,-30-7 0,0-1 0,0 1 0,0-1 0,0 0 0,9 1 0,-5-3 0,0 0 0,0 0 0,17-6 0,-17 5 0,0-1 0,0 2 0,19-2 0,48 4 0,76-2 0,-147 1 0,-1-1 0,1-1 0,-1 1 0,0-1 0,0 0 0,1 0 0,-1 0 0,0-1 0,6-4 0,27-11 0,-21 13 0,1 2 0,1 0 0,-1 1 0,0 0 0,20 3 0,20-3 0,-13-2 0,0-2 0,61-17 0,51-10 0,-99 23 0,99-31 0,38-34 0,-165 61 0,2-2 0,0 3 0,53-16 0,-50 16 0,-28 10 0,1 0 0,-1 0 0,13-2 0,26-4 0,1 2 0,63 0 0,-102 6 0,-1 0 0,1 0 0,0-1 0,0 0 0,-1-1 0,0 1 0,15-9 0,-14 7 0,1 0 0,0 1 0,-1 0 0,1 0 0,14-2 0,4 2 0,-10 0 0,34 1 0,-45 2 0,0 0 0,-1 1 0,1 0 0,0 1 0,0-1 0,-1 1 0,1 0 0,-1 0 0,9 6 0,2 0 0,-1 2 0,-1 0 0,1 1 0,15 16 0,-26-22 0,1-1 0,-2 1 0,1 1 0,-1-1 0,1 0 0,-1 1 0,-1-1 0,1 1 0,-1 0 0,0 0 0,-1 0 0,1 0 0,-1 0 0,0 1 0,0 10 0,-1-10 0,-1 1 0,1-1 0,-2 1 0,1-1 0,-1 1 0,0-1 0,0 0 0,-1 0 0,-6 12 0,-4 6 0,-20 30 0,-12 21 0,42-63 0,9-14 0,21-22 0,-5 4 0,10 1 0,109-72 0,-81 50 0,-36 24 0,41-33 0,-38 27 0,-17 14 0,0-1 0,0 0 0,15-18 0,-19 21 0,0 0 0,0 0 0,1 0 0,0 1 0,0 0 0,0 0 0,1 1 0,0 0 0,0 1 0,8-4 0,-2 2 0,-1-1 0,18-12 0,-23 13 0,0 0 0,1 1 0,-1 0 0,1 1 0,0 0 0,15-3 0,-3 2 0,39-3 0,-19 9 0,-32-1 0,0-1 0,-1 1 0,1-1 0,-1-1 0,1 0 0,-1 0 0,12-3 0,7-9 0,-19 9 0,0 1 0,0 0 0,14-5 0,-3 5 0,35-2 0,-21 3 0,2-2 0,27-1 0,-49 5 0,-1-1 0,0-1 0,19-4 0,-1 0 0,-13 4 0,2 0 0,30 2 0,-35 1 0,0-1 0,0 0 0,-1-1 0,1 0 0,26-7 0,-23 4 0,0 1 0,0 1 0,0 1 0,0 0 0,33 4 0,0-1 0,26-1 0,86-3 0,-152 1 0,145-7 0,-43 7 0,99 3 0,-160 1 0,100 3 0,-134-7 0,29 1 0,57 7 0,-18-2 0,-11-3 0,131 24 0,-53-19 0,19 2 0,-131-7 0,-29-3 0,0 2 0,0 0 0,0 0 0,14 3 0,-24-3 0,1 0 0,-1 0 0,0 0 0,0 0 0,1 0 0,-1 0 0,0 0 0,0 0 0,0 0 0,0 0 0,0 0 0,-1 1 0,1-1 0,0 0 0,-1 1 0,1-1 0,0 1 0,-1-1 0,0 1 0,1-1 0,-1 1 0,0-1 0,0 1 0,0-1 0,0 1 0,0-1 0,0 1 0,0-1 0,0 1 0,-1 1 0,1-1 0,-1 1 0,1-1 0,0 0 0,-1 0 0,0 1 0,1-1 0,-1 0 0,0 0 0,0 0 0,0 0 0,0 0 0,-1 0 0,1 0 0,-1-1 0,1 1 0,-1 0 0,1-1 0,-1 1 0,0-1 0,-2 2 0,-32 9 0,-1-1 0,-1-2 0,-59 7 0,-118-2 0,-16 2 0,2 7 0,214-22 0,-1 1 0,-26 8 0,-18 2 0,-51-5 0,-31 3 0,-155-8 0,146-3 0,-193 1 0,330 1 0,14-1 0,0 0 0,0 0 0,0 0 0,0 0 0,0 0 0,0 0 0,0 0 0,0 0 0,0 0 0,0 0 0,0 0 0,0 0 0,1 0 0,-1 0 0,0 0 0,0 0 0,0 0 0,0 0 0,0 0 0,0 0 0,0 0 0,0 0 0,0 0 0,0 0 0,0 0 0,0 0 0,0 0 0,0 0 0,0 0 0,0 1 0,0-1 0,0 0 0,1 0 0,-1 0 0,0 0 0,0 0 0,0 0 0,0 0 0,0 0 0,0 0 0,0 0 0,0 0 0,0 0 0,0 0 0,0 1 0,0-1 0,0 0 0,0 0 0,0 0 0,0 0 0,0 0 0,-1 0 0,1 0 0,0 0 0,0 0 0,0 0 0,0 0 0,0 0 0,0 0 0,0 0 0,0 0 0,0 0 0,0 1 0,0-1 0,0 0 0,0 0 0,0 0 0,0 0 0,25 4 0,216 9 0,73 1 0,84 6 0,-338-16 0,261 0 0,-175-6 0,402 2 0,-536 1 0,-1 0 0,-1 1 0,1 1 0,0-1 0,16 8 0,31 6 0,46 9 0,-32-7 0,-52-14 0,1-2 0,29 1 0,-11-1 0,29 6 0,-43-4 0,43 1 0,20 4 0,-71-9 0,-5 1 0,0-1 0,0-1 0,0 0 0,0-1 0,0 0 0,15-5 0,-13 4 0,0-1 0,0 2 0,1 0 0,-1 0 0,27 2 0,13-2 0,-52 2-124,0 0 0,-1 0 0,1-1 0,-1 1 0,1-1 0,-1 1-1,1-1 1,-1 1 0,1-1 0,2-2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7E254A-9774-4E07-A3C2-189E3A051A12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605701-DD39-4688-8008-7DDF4AC6B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690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e7cc2a145e_0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e7cc2a145e_0_4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79679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eaf967a893_1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eaf967a893_1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>
                <a:cs typeface="Calibri"/>
              </a:rPr>
              <a:t>Talk about current industry and how should we as student be prepared to </a:t>
            </a:r>
            <a:r>
              <a:rPr lang="en-US" err="1">
                <a:cs typeface="Calibri"/>
              </a:rPr>
              <a:t>conqueer</a:t>
            </a:r>
            <a:r>
              <a:rPr lang="en-US">
                <a:cs typeface="Calibri"/>
              </a:rPr>
              <a:t> that </a:t>
            </a:r>
          </a:p>
          <a:p>
            <a:r>
              <a:rPr lang="en-US">
                <a:cs typeface="Calibri"/>
              </a:rPr>
              <a:t>AI advancements </a:t>
            </a:r>
          </a:p>
          <a:p>
            <a:r>
              <a:rPr lang="en-US">
                <a:cs typeface="Calibri"/>
              </a:rPr>
              <a:t>Certifications</a:t>
            </a:r>
          </a:p>
          <a:p>
            <a:r>
              <a:rPr lang="en-US">
                <a:cs typeface="Calibri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31819456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Forums for mutual growth , can meet new people with whom u can take part in projects </a:t>
            </a:r>
            <a:r>
              <a:rPr lang="en-US" err="1">
                <a:cs typeface="Calibri"/>
              </a:rPr>
              <a:t>hacakthons</a:t>
            </a:r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605701-DD39-4688-8008-7DDF4AC6B03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9973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605701-DD39-4688-8008-7DDF4AC6B03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07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e6a2802f7e_2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ge6a2802f7e_2_2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>
                <a:cs typeface="Calibri"/>
              </a:rPr>
              <a:t>Open to new ideas, importance of DSA for all fields in tech, talk from industry people, how to reach out to people for referral </a:t>
            </a:r>
          </a:p>
        </p:txBody>
      </p:sp>
    </p:spTree>
    <p:extLst>
      <p:ext uri="{BB962C8B-B14F-4D97-AF65-F5344CB8AC3E}">
        <p14:creationId xmlns:p14="http://schemas.microsoft.com/office/powerpoint/2010/main" val="30091932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e7cc2a145e_0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e7cc2a145e_0_4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357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81D42-F298-4453-BBEC-ECB42C3C05A4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A8765-16E8-4347-8AE7-32B665AD7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412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81D42-F298-4453-BBEC-ECB42C3C05A4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A8765-16E8-4347-8AE7-32B665AD7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934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81D42-F298-4453-BBEC-ECB42C3C05A4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A8765-16E8-4347-8AE7-32B665AD7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398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81D42-F298-4453-BBEC-ECB42C3C05A4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A8765-16E8-4347-8AE7-32B665AD7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626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81D42-F298-4453-BBEC-ECB42C3C05A4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A8765-16E8-4347-8AE7-32B665AD7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164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81D42-F298-4453-BBEC-ECB42C3C05A4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A8765-16E8-4347-8AE7-32B665AD7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647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81D42-F298-4453-BBEC-ECB42C3C05A4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A8765-16E8-4347-8AE7-32B665AD7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886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81D42-F298-4453-BBEC-ECB42C3C05A4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A8765-16E8-4347-8AE7-32B665AD7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976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81D42-F298-4453-BBEC-ECB42C3C05A4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A8765-16E8-4347-8AE7-32B665AD7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714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81D42-F298-4453-BBEC-ECB42C3C05A4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A8765-16E8-4347-8AE7-32B665AD7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287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81D42-F298-4453-BBEC-ECB42C3C05A4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A8765-16E8-4347-8AE7-32B665AD7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1813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- Yellow">
  <p:cSld name="Quote - Yellow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9"/>
          <p:cNvSpPr txBox="1">
            <a:spLocks noGrp="1"/>
          </p:cNvSpPr>
          <p:nvPr>
            <p:ph type="title"/>
          </p:nvPr>
        </p:nvSpPr>
        <p:spPr>
          <a:xfrm>
            <a:off x="2415788" y="2020637"/>
            <a:ext cx="7285600" cy="678617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667"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667"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667"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667"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667"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667"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667"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667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205" name="Google Shape;205;p39"/>
          <p:cNvSpPr txBox="1">
            <a:spLocks noGrp="1"/>
          </p:cNvSpPr>
          <p:nvPr>
            <p:ph type="subTitle" idx="1"/>
          </p:nvPr>
        </p:nvSpPr>
        <p:spPr>
          <a:xfrm>
            <a:off x="2534175" y="4828725"/>
            <a:ext cx="7429200" cy="401618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206" name="Google Shape;206;p39"/>
          <p:cNvSpPr/>
          <p:nvPr/>
        </p:nvSpPr>
        <p:spPr>
          <a:xfrm>
            <a:off x="8354988" y="119388"/>
            <a:ext cx="3752800" cy="368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207" name="Google Shape;20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8455" y="206876"/>
            <a:ext cx="3537323" cy="22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152226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- Red">
  <p:cSld name="Title - Red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0"/>
          <p:cNvSpPr txBox="1">
            <a:spLocks noGrp="1"/>
          </p:cNvSpPr>
          <p:nvPr>
            <p:ph type="title"/>
          </p:nvPr>
        </p:nvSpPr>
        <p:spPr>
          <a:xfrm>
            <a:off x="1213963" y="2256900"/>
            <a:ext cx="7155200" cy="771015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5067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85" name="Google Shape;85;p20"/>
          <p:cNvSpPr txBox="1">
            <a:spLocks noGrp="1"/>
          </p:cNvSpPr>
          <p:nvPr>
            <p:ph type="subTitle" idx="1"/>
          </p:nvPr>
        </p:nvSpPr>
        <p:spPr>
          <a:xfrm>
            <a:off x="2964800" y="4048063"/>
            <a:ext cx="5274000" cy="376996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86" name="Google Shape;86;p20"/>
          <p:cNvSpPr/>
          <p:nvPr/>
        </p:nvSpPr>
        <p:spPr>
          <a:xfrm>
            <a:off x="1319175" y="1153212"/>
            <a:ext cx="3137200" cy="36840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87" name="Google Shape;8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4755" y="1240701"/>
            <a:ext cx="3537323" cy="22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497508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- Blue">
  <p:cSld name="Quote - 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8"/>
          <p:cNvSpPr txBox="1">
            <a:spLocks noGrp="1"/>
          </p:cNvSpPr>
          <p:nvPr>
            <p:ph type="title"/>
          </p:nvPr>
        </p:nvSpPr>
        <p:spPr>
          <a:xfrm>
            <a:off x="2415788" y="2020637"/>
            <a:ext cx="7285600" cy="678617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667"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667"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667"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667"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667"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667"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667"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667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200" name="Google Shape;200;p38"/>
          <p:cNvSpPr txBox="1">
            <a:spLocks noGrp="1"/>
          </p:cNvSpPr>
          <p:nvPr>
            <p:ph type="subTitle" idx="1"/>
          </p:nvPr>
        </p:nvSpPr>
        <p:spPr>
          <a:xfrm>
            <a:off x="2534175" y="4828725"/>
            <a:ext cx="7429200" cy="401618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201" name="Google Shape;201;p38"/>
          <p:cNvSpPr/>
          <p:nvPr/>
        </p:nvSpPr>
        <p:spPr>
          <a:xfrm>
            <a:off x="8354988" y="119388"/>
            <a:ext cx="3752800" cy="368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202" name="Google Shape;20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8455" y="206876"/>
            <a:ext cx="3537323" cy="22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319259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- Green">
  <p:cSld name="Quote - Gree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0"/>
          <p:cNvSpPr txBox="1">
            <a:spLocks noGrp="1"/>
          </p:cNvSpPr>
          <p:nvPr>
            <p:ph type="title"/>
          </p:nvPr>
        </p:nvSpPr>
        <p:spPr>
          <a:xfrm>
            <a:off x="2415788" y="2020637"/>
            <a:ext cx="7285600" cy="678617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667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667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667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667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667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667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667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667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210" name="Google Shape;210;p40"/>
          <p:cNvSpPr txBox="1">
            <a:spLocks noGrp="1"/>
          </p:cNvSpPr>
          <p:nvPr>
            <p:ph type="subTitle" idx="1"/>
          </p:nvPr>
        </p:nvSpPr>
        <p:spPr>
          <a:xfrm>
            <a:off x="2534175" y="4828725"/>
            <a:ext cx="7429200" cy="401618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211" name="Google Shape;211;p40"/>
          <p:cNvSpPr/>
          <p:nvPr/>
        </p:nvSpPr>
        <p:spPr>
          <a:xfrm>
            <a:off x="8354988" y="119388"/>
            <a:ext cx="3752800" cy="368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212" name="Google Shape;21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8455" y="206876"/>
            <a:ext cx="3537323" cy="22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87269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81D42-F298-4453-BBEC-ECB42C3C05A4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7A8765-16E8-4347-8AE7-32B665AD7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803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image" Target="../media/image6.jpeg"/><Relationship Id="rId7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customXml" Target="../ink/ink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6.jpeg"/><Relationship Id="rId7" Type="http://schemas.openxmlformats.org/officeDocument/2006/relationships/image" Target="../media/image19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jpeg"/><Relationship Id="rId5" Type="http://schemas.microsoft.com/office/2007/relationships/hdphoto" Target="../media/hdphoto1.wdp"/><Relationship Id="rId4" Type="http://schemas.openxmlformats.org/officeDocument/2006/relationships/image" Target="../media/image17.png"/><Relationship Id="rId9" Type="http://schemas.openxmlformats.org/officeDocument/2006/relationships/image" Target="../media/image21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6.jpeg"/><Relationship Id="rId7" Type="http://schemas.openxmlformats.org/officeDocument/2006/relationships/image" Target="../media/image25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jpeg"/><Relationship Id="rId5" Type="http://schemas.openxmlformats.org/officeDocument/2006/relationships/image" Target="../media/image23.jpg"/><Relationship Id="rId4" Type="http://schemas.openxmlformats.org/officeDocument/2006/relationships/image" Target="../media/image2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28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8.jpeg"/><Relationship Id="rId7" Type="http://schemas.openxmlformats.org/officeDocument/2006/relationships/image" Target="../media/image3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9.jpg"/><Relationship Id="rId5" Type="http://schemas.openxmlformats.org/officeDocument/2006/relationships/image" Target="../media/image30.png"/><Relationship Id="rId10" Type="http://schemas.openxmlformats.org/officeDocument/2006/relationships/image" Target="../media/image10.jpg"/><Relationship Id="rId4" Type="http://schemas.openxmlformats.org/officeDocument/2006/relationships/image" Target="../media/image29.png"/><Relationship Id="rId9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6.jpeg"/><Relationship Id="rId7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4.png"/><Relationship Id="rId5" Type="http://schemas.openxmlformats.org/officeDocument/2006/relationships/image" Target="../media/image28.jpe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138"/>
          <p:cNvSpPr txBox="1">
            <a:spLocks noGrp="1"/>
          </p:cNvSpPr>
          <p:nvPr>
            <p:ph type="title"/>
          </p:nvPr>
        </p:nvSpPr>
        <p:spPr>
          <a:xfrm>
            <a:off x="803542" y="1124162"/>
            <a:ext cx="8340400" cy="4053377"/>
          </a:xfrm>
          <a:prstGeom prst="rect">
            <a:avLst/>
          </a:prstGeom>
        </p:spPr>
        <p:txBody>
          <a:bodyPr spcFirstLastPara="1" vert="horz" wrap="square" lIns="45700" tIns="45700" rIns="45700" bIns="45700" rtlCol="0" anchor="t" anchorCtr="0">
            <a:spAutoFit/>
          </a:bodyPr>
          <a:lstStyle/>
          <a:p>
            <a:pPr algn="ctr"/>
            <a:br>
              <a:rPr lang="en" sz="4400" b="1" dirty="0">
                <a:solidFill>
                  <a:schemeClr val="accent2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br>
              <a:rPr lang="en" sz="4400" b="1" dirty="0">
                <a:solidFill>
                  <a:schemeClr val="accent2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lang="en-US" sz="6600" b="1" dirty="0">
                <a:solidFill>
                  <a:schemeClr val="accent2"/>
                </a:solidFill>
                <a:latin typeface="Century" panose="02040604050505020304" pitchFamily="18" charset="0"/>
                <a:ea typeface="Google Sans"/>
                <a:cs typeface="Google Sans"/>
                <a:sym typeface="Google Sans"/>
              </a:rPr>
              <a:t>Ask Me Anything</a:t>
            </a:r>
            <a:br>
              <a:rPr lang="en-US" sz="6600" b="1" dirty="0">
                <a:solidFill>
                  <a:schemeClr val="accent2"/>
                </a:solidFill>
                <a:latin typeface="Century" panose="02040604050505020304" pitchFamily="18" charset="0"/>
                <a:ea typeface="Google Sans"/>
                <a:cs typeface="Google Sans"/>
                <a:sym typeface="Google Sans"/>
              </a:rPr>
            </a:br>
            <a:br>
              <a:rPr lang="en-US" sz="6600" b="1" dirty="0">
                <a:solidFill>
                  <a:schemeClr val="accent2"/>
                </a:solidFill>
                <a:latin typeface="Century" panose="02040604050505020304" pitchFamily="18" charset="0"/>
                <a:ea typeface="Google Sans"/>
                <a:cs typeface="Google Sans"/>
                <a:sym typeface="Google Sans"/>
              </a:rPr>
            </a:br>
            <a:r>
              <a:rPr lang="en-US" sz="6600" b="1" dirty="0">
                <a:solidFill>
                  <a:schemeClr val="accent2"/>
                </a:solidFill>
                <a:latin typeface="Century" panose="02040604050505020304" pitchFamily="18" charset="0"/>
                <a:ea typeface="Google Sans"/>
                <a:cs typeface="Google Sans"/>
                <a:sym typeface="Google Sans"/>
              </a:rPr>
              <a:t>Fall 2024</a:t>
            </a:r>
            <a:endParaRPr sz="4400" b="1" dirty="0">
              <a:solidFill>
                <a:schemeClr val="accent2"/>
              </a:solidFill>
              <a:latin typeface="Century" panose="02040604050505020304" pitchFamily="18" charset="0"/>
              <a:ea typeface="Google Sans"/>
              <a:cs typeface="Google Sans"/>
              <a:sym typeface="Google Sans"/>
            </a:endParaRPr>
          </a:p>
        </p:txBody>
      </p:sp>
      <p:sp>
        <p:nvSpPr>
          <p:cNvPr id="690" name="Google Shape;690;p138"/>
          <p:cNvSpPr txBox="1">
            <a:spLocks noGrp="1"/>
          </p:cNvSpPr>
          <p:nvPr>
            <p:ph type="subTitle" idx="1"/>
          </p:nvPr>
        </p:nvSpPr>
        <p:spPr>
          <a:xfrm>
            <a:off x="7245503" y="5188425"/>
            <a:ext cx="2867325" cy="369291"/>
          </a:xfrm>
          <a:prstGeom prst="rect">
            <a:avLst/>
          </a:prstGeom>
        </p:spPr>
        <p:txBody>
          <a:bodyPr spcFirstLastPara="1" vert="horz" wrap="square" lIns="45700" tIns="45700" rIns="45700" bIns="45700" rtlCol="0" anchor="t" anchorCtr="0">
            <a:spAutoFit/>
          </a:bodyPr>
          <a:lstStyle/>
          <a:p>
            <a:pPr marL="0" indent="0"/>
            <a:r>
              <a:rPr lang="en-US" sz="1800" i="1" dirty="0">
                <a:solidFill>
                  <a:schemeClr val="accent1"/>
                </a:solidFill>
              </a:rPr>
              <a:t>7</a:t>
            </a:r>
            <a:r>
              <a:rPr lang="en-US" sz="1800" i="1" baseline="30000" dirty="0">
                <a:solidFill>
                  <a:schemeClr val="accent1"/>
                </a:solidFill>
              </a:rPr>
              <a:t>th</a:t>
            </a:r>
            <a:r>
              <a:rPr lang="en-US" sz="1800" i="1" dirty="0">
                <a:solidFill>
                  <a:schemeClr val="accent1"/>
                </a:solidFill>
              </a:rPr>
              <a:t> October 2024</a:t>
            </a:r>
            <a:endParaRPr sz="1800" i="1" dirty="0">
              <a:solidFill>
                <a:schemeClr val="accent1"/>
              </a:solidFill>
            </a:endParaRPr>
          </a:p>
        </p:txBody>
      </p:sp>
      <p:pic>
        <p:nvPicPr>
          <p:cNvPr id="11" name="Picture 10" descr="A logo of a company&#10;&#10;Description automatically generated">
            <a:extLst>
              <a:ext uri="{FF2B5EF4-FFF2-40B4-BE49-F238E27FC236}">
                <a16:creationId xmlns:a16="http://schemas.microsoft.com/office/drawing/2014/main" id="{A2B0C965-759A-EA64-22F8-4CBA662194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94" y="6117771"/>
            <a:ext cx="2819306" cy="7402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6427FA1-B3F8-A125-0065-F72BD23692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368" y="957905"/>
            <a:ext cx="3934374" cy="504895"/>
          </a:xfrm>
          <a:prstGeom prst="rect">
            <a:avLst/>
          </a:prstGeom>
        </p:spPr>
      </p:pic>
      <p:pic>
        <p:nvPicPr>
          <p:cNvPr id="3" name="Picture 2" descr="A close-up of a logo">
            <a:extLst>
              <a:ext uri="{FF2B5EF4-FFF2-40B4-BE49-F238E27FC236}">
                <a16:creationId xmlns:a16="http://schemas.microsoft.com/office/drawing/2014/main" id="{2CB903AD-8285-167A-BF10-95FF3D8F2A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9105" y="467181"/>
            <a:ext cx="6700926" cy="1481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552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145"/>
          <p:cNvSpPr txBox="1"/>
          <p:nvPr/>
        </p:nvSpPr>
        <p:spPr>
          <a:xfrm>
            <a:off x="4816027" y="1061729"/>
            <a:ext cx="3115600" cy="11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/>
            <a:r>
              <a:rPr lang="en" sz="3067" b="1" i="1" dirty="0">
                <a:solidFill>
                  <a:srgbClr val="3C404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ermanent Marker" panose="020B0604020202020204" charset="0"/>
                <a:ea typeface="Google Sans" panose="020B0604020202020204" charset="0"/>
                <a:cs typeface="Google Sans" panose="020B0604020202020204" charset="0"/>
                <a:sym typeface="Permanent Marker"/>
              </a:rPr>
              <a:t>Mission</a:t>
            </a:r>
            <a:endParaRPr sz="3067" b="1" i="1" dirty="0">
              <a:solidFill>
                <a:srgbClr val="3C404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ermanent Marker" panose="020B0604020202020204" charset="0"/>
              <a:ea typeface="Google Sans" panose="020B0604020202020204" charset="0"/>
              <a:cs typeface="Google Sans" panose="020B0604020202020204" charset="0"/>
              <a:sym typeface="Lato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5C2ED93-16AB-602C-B587-F28CAAE620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59808" y="1976077"/>
            <a:ext cx="8801362" cy="1620413"/>
          </a:xfrm>
        </p:spPr>
        <p:txBody>
          <a:bodyPr/>
          <a:lstStyle/>
          <a:p>
            <a:pPr algn="ctr"/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We aim to create an inclusive, collaborative environment where students of all experience levels can learn, innovate, and develop solutions that benefit tech and society.</a:t>
            </a:r>
          </a:p>
        </p:txBody>
      </p:sp>
      <p:sp>
        <p:nvSpPr>
          <p:cNvPr id="6" name="Google Shape;770;p145">
            <a:extLst>
              <a:ext uri="{FF2B5EF4-FFF2-40B4-BE49-F238E27FC236}">
                <a16:creationId xmlns:a16="http://schemas.microsoft.com/office/drawing/2014/main" id="{63E77057-9043-2B9F-6926-CE8C75C126FE}"/>
              </a:ext>
            </a:extLst>
          </p:cNvPr>
          <p:cNvSpPr txBox="1"/>
          <p:nvPr/>
        </p:nvSpPr>
        <p:spPr>
          <a:xfrm>
            <a:off x="4816027" y="3068412"/>
            <a:ext cx="3115600" cy="11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/>
            <a:r>
              <a:rPr lang="en" sz="3067" b="1" i="1" dirty="0">
                <a:solidFill>
                  <a:srgbClr val="3C404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ermanent Marker" panose="020B0604020202020204" charset="0"/>
                <a:ea typeface="Google Sans" panose="020B0604020202020204" charset="0"/>
                <a:cs typeface="Google Sans" panose="020B0604020202020204" charset="0"/>
                <a:sym typeface="Permanent Marker"/>
              </a:rPr>
              <a:t>Vision</a:t>
            </a:r>
            <a:endParaRPr sz="3067" b="1" i="1" dirty="0">
              <a:solidFill>
                <a:srgbClr val="3C404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ermanent Marker" panose="020B0604020202020204" charset="0"/>
              <a:ea typeface="Google Sans" panose="020B0604020202020204" charset="0"/>
              <a:cs typeface="Google Sans" panose="020B0604020202020204" charset="0"/>
              <a:sym typeface="Lato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39CB7D9E-74FC-2C9E-9C9F-9D535C6DDD21}"/>
              </a:ext>
            </a:extLst>
          </p:cNvPr>
          <p:cNvSpPr txBox="1">
            <a:spLocks/>
          </p:cNvSpPr>
          <p:nvPr/>
        </p:nvSpPr>
        <p:spPr>
          <a:xfrm>
            <a:off x="1725125" y="4005505"/>
            <a:ext cx="9040848" cy="1232615"/>
          </a:xfrm>
          <a:prstGeom prst="rect">
            <a:avLst/>
          </a:prstGeom>
        </p:spPr>
        <p:txBody>
          <a:bodyPr spcFirstLastPara="1" vert="horz" wrap="square" lIns="34275" tIns="34275" rIns="34275" bIns="34275" rtlCol="0" anchor="t" anchorCtr="0">
            <a:spAutoFit/>
          </a:bodyPr>
          <a:lstStyle>
            <a:lvl1pPr marL="228600" lvl="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kern="1200">
                <a:solidFill>
                  <a:schemeClr val="accent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685800" lvl="1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kern="1200"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2pPr>
            <a:lvl3pPr marL="1143000" lvl="2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kern="1200"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3pPr>
            <a:lvl4pPr marL="1600200" lvl="3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4pPr>
            <a:lvl5pPr marL="2057400" lvl="4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5pPr>
            <a:lvl6pPr marL="2514600" lvl="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6pPr>
            <a:lvl7pPr marL="2971800" lvl="6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7pPr>
            <a:lvl8pPr marL="3429000" lvl="7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8pPr>
            <a:lvl9pPr marL="3886200" lvl="8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algn="ctr"/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We aspire to be a community where innovation and creativity thrive, preparing leaders to tackle global challenges across disciplines like healthcare and the environment.</a:t>
            </a:r>
          </a:p>
        </p:txBody>
      </p:sp>
      <p:pic>
        <p:nvPicPr>
          <p:cNvPr id="9" name="Picture 8" descr="A logo of a company&#10;&#10;Description automatically generated">
            <a:extLst>
              <a:ext uri="{FF2B5EF4-FFF2-40B4-BE49-F238E27FC236}">
                <a16:creationId xmlns:a16="http://schemas.microsoft.com/office/drawing/2014/main" id="{6D73B708-6F05-5E8B-21FC-4DC948C1BE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2916" y="6193971"/>
            <a:ext cx="2529084" cy="664029"/>
          </a:xfrm>
          <a:prstGeom prst="rect">
            <a:avLst/>
          </a:prstGeom>
        </p:spPr>
      </p:pic>
      <p:pic>
        <p:nvPicPr>
          <p:cNvPr id="3" name="Picture 2" descr="A logo with a white background&#10;&#10;Description automatically generated">
            <a:extLst>
              <a:ext uri="{FF2B5EF4-FFF2-40B4-BE49-F238E27FC236}">
                <a16:creationId xmlns:a16="http://schemas.microsoft.com/office/drawing/2014/main" id="{60B9ADF6-5D20-DA3C-F69F-DF81EEF5F1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43" t="12971" r="14114" b="15503"/>
          <a:stretch/>
        </p:blipFill>
        <p:spPr>
          <a:xfrm>
            <a:off x="1" y="6020002"/>
            <a:ext cx="838200" cy="83799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19BD38B-822D-34EC-E9A8-2D0527474B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45" t="26612" r="11980" b="50583"/>
          <a:stretch/>
        </p:blipFill>
        <p:spPr>
          <a:xfrm>
            <a:off x="8315960" y="59871"/>
            <a:ext cx="3845560" cy="50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895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9378" y="900802"/>
            <a:ext cx="3369241" cy="734017"/>
          </a:xfrm>
        </p:spPr>
        <p:txBody>
          <a:bodyPr/>
          <a:lstStyle/>
          <a:p>
            <a:r>
              <a:rPr lang="en-US" sz="4800" b="1" dirty="0">
                <a:solidFill>
                  <a:srgbClr val="3C404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ermanent Marker" panose="020B0604020202020204" charset="0"/>
                <a:ea typeface="Google Sans" panose="020B0604020202020204" charset="0"/>
                <a:cs typeface="Google Sans" panose="020B0604020202020204" charset="0"/>
                <a:sym typeface="Permanent Marker"/>
              </a:rPr>
              <a:t>WHY GDG?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45638" y="1645457"/>
            <a:ext cx="9812966" cy="844816"/>
          </a:xfrm>
        </p:spPr>
        <p:txBody>
          <a:bodyPr/>
          <a:lstStyle/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   By joining GDG, students grow their knowledge in a 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peer-to-peer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learning environment and build solutions for their community.</a:t>
            </a:r>
          </a:p>
        </p:txBody>
      </p:sp>
      <p:pic>
        <p:nvPicPr>
          <p:cNvPr id="4" name="Picture 3" descr="A logo of a company&#10;&#10;Description automatically generated">
            <a:extLst>
              <a:ext uri="{FF2B5EF4-FFF2-40B4-BE49-F238E27FC236}">
                <a16:creationId xmlns:a16="http://schemas.microsoft.com/office/drawing/2014/main" id="{313A2044-1435-70AC-1A8E-AD235E023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220" y="6248400"/>
            <a:ext cx="2321780" cy="6096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6612C51-FD9E-48D1-8D15-9429CE45A397}"/>
              </a:ext>
            </a:extLst>
          </p:cNvPr>
          <p:cNvSpPr txBox="1">
            <a:spLocks/>
          </p:cNvSpPr>
          <p:nvPr/>
        </p:nvSpPr>
        <p:spPr>
          <a:xfrm>
            <a:off x="5169963" y="2623591"/>
            <a:ext cx="1855768" cy="512418"/>
          </a:xfrm>
          <a:prstGeom prst="rect">
            <a:avLst/>
          </a:prstGeom>
        </p:spPr>
        <p:txBody>
          <a:bodyPr spcFirstLastPara="1" vert="horz" wrap="square" lIns="34275" tIns="34275" rIns="34275" bIns="34275" rtlCol="0" anchor="t" anchorCtr="0">
            <a:sp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kern="12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667"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667"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667"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667"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667"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667"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667"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667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r>
              <a:rPr lang="en-US" sz="3200" b="1" dirty="0">
                <a:solidFill>
                  <a:srgbClr val="3C404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ermanent Marker" panose="020B0604020202020204" charset="0"/>
                <a:sym typeface="Permanent Marker"/>
              </a:rPr>
              <a:t>BENEFITS:</a:t>
            </a:r>
            <a:endParaRPr lang="en-US" sz="3200" dirty="0"/>
          </a:p>
        </p:txBody>
      </p:sp>
      <p:pic>
        <p:nvPicPr>
          <p:cNvPr id="12" name="Picture 11" descr="A person pointing at a graph on a board&#10;&#10;Description automatically generated">
            <a:extLst>
              <a:ext uri="{FF2B5EF4-FFF2-40B4-BE49-F238E27FC236}">
                <a16:creationId xmlns:a16="http://schemas.microsoft.com/office/drawing/2014/main" id="{23B46053-8403-6C2C-9842-8AF13D712D3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8552" y="3204403"/>
            <a:ext cx="2035303" cy="2035303"/>
          </a:xfrm>
          <a:prstGeom prst="rect">
            <a:avLst/>
          </a:prstGeom>
        </p:spPr>
      </p:pic>
      <p:pic>
        <p:nvPicPr>
          <p:cNvPr id="14" name="Picture 13" descr="A group of people in a circle&#10;&#10;Description automatically generated">
            <a:extLst>
              <a:ext uri="{FF2B5EF4-FFF2-40B4-BE49-F238E27FC236}">
                <a16:creationId xmlns:a16="http://schemas.microsoft.com/office/drawing/2014/main" id="{8A444FC6-1865-8EC0-1B96-0D1367C9537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1709" y="3234928"/>
            <a:ext cx="1694908" cy="158631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3754B2A-032E-559A-D337-79B5A38C77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7769" y="2667135"/>
            <a:ext cx="2103391" cy="1945075"/>
          </a:xfrm>
          <a:prstGeom prst="rect">
            <a:avLst/>
          </a:prstGeom>
        </p:spPr>
      </p:pic>
      <p:sp>
        <p:nvSpPr>
          <p:cNvPr id="19" name="Subtitle 2">
            <a:extLst>
              <a:ext uri="{FF2B5EF4-FFF2-40B4-BE49-F238E27FC236}">
                <a16:creationId xmlns:a16="http://schemas.microsoft.com/office/drawing/2014/main" id="{ACF94740-7594-49D0-F3CA-B29CD5AD3A2D}"/>
              </a:ext>
            </a:extLst>
          </p:cNvPr>
          <p:cNvSpPr txBox="1">
            <a:spLocks/>
          </p:cNvSpPr>
          <p:nvPr/>
        </p:nvSpPr>
        <p:spPr>
          <a:xfrm>
            <a:off x="1611060" y="4981397"/>
            <a:ext cx="2904458" cy="930994"/>
          </a:xfrm>
          <a:prstGeom prst="rect">
            <a:avLst/>
          </a:prstGeom>
        </p:spPr>
        <p:txBody>
          <a:bodyPr spcFirstLastPara="1" vert="horz" wrap="square" lIns="34275" tIns="34275" rIns="34275" bIns="34275" rtlCol="0" anchor="t" anchorCtr="0">
            <a:spAutoFit/>
          </a:bodyPr>
          <a:lstStyle>
            <a:lvl1pPr marL="228600" lvl="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kern="1200">
                <a:solidFill>
                  <a:schemeClr val="accent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685800" lvl="1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kern="1200"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2pPr>
            <a:lvl3pPr marL="1143000" lvl="2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kern="1200"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3pPr>
            <a:lvl4pPr marL="1600200" lvl="3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4pPr>
            <a:lvl5pPr marL="2057400" lvl="4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5pPr>
            <a:lvl6pPr marL="2514600" lvl="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6pPr>
            <a:lvl7pPr marL="2971800" lvl="6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7pPr>
            <a:lvl8pPr marL="3429000" lvl="7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8pPr>
            <a:lvl9pPr marL="3886200" lvl="8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marL="0" indent="0" algn="ctr">
              <a:lnSpc>
                <a:spcPct val="200000"/>
              </a:lnSpc>
            </a:pPr>
            <a:r>
              <a:rPr lang="en-US" sz="2800" b="1" dirty="0">
                <a:latin typeface="+mj-lt"/>
              </a:rPr>
              <a:t>Skill</a:t>
            </a:r>
            <a:r>
              <a:rPr lang="en-US" sz="1600" b="1" dirty="0">
                <a:latin typeface="+mj-lt"/>
              </a:rPr>
              <a:t> </a:t>
            </a:r>
            <a:r>
              <a:rPr lang="en-US" sz="2800" b="1" dirty="0">
                <a:latin typeface="+mj-lt"/>
              </a:rPr>
              <a:t>Development</a:t>
            </a:r>
            <a:endParaRPr lang="en-US" sz="1600" b="1" dirty="0">
              <a:latin typeface="+mj-lt"/>
            </a:endParaRP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4085A05C-575C-4E82-82C5-FCA35A6112F3}"/>
              </a:ext>
            </a:extLst>
          </p:cNvPr>
          <p:cNvSpPr txBox="1">
            <a:spLocks/>
          </p:cNvSpPr>
          <p:nvPr/>
        </p:nvSpPr>
        <p:spPr>
          <a:xfrm>
            <a:off x="4261937" y="4520060"/>
            <a:ext cx="3758204" cy="930994"/>
          </a:xfrm>
          <a:prstGeom prst="rect">
            <a:avLst/>
          </a:prstGeom>
        </p:spPr>
        <p:txBody>
          <a:bodyPr spcFirstLastPara="1" vert="horz" wrap="square" lIns="34275" tIns="34275" rIns="34275" bIns="34275" rtlCol="0" anchor="t" anchorCtr="0">
            <a:spAutoFit/>
          </a:bodyPr>
          <a:lstStyle>
            <a:lvl1pPr marL="228600" lvl="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kern="1200">
                <a:solidFill>
                  <a:schemeClr val="accent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685800" lvl="1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kern="1200"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2pPr>
            <a:lvl3pPr marL="1143000" lvl="2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kern="1200"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3pPr>
            <a:lvl4pPr marL="1600200" lvl="3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4pPr>
            <a:lvl5pPr marL="2057400" lvl="4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5pPr>
            <a:lvl6pPr marL="2514600" lvl="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6pPr>
            <a:lvl7pPr marL="2971800" lvl="6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7pPr>
            <a:lvl8pPr marL="3429000" lvl="7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8pPr>
            <a:lvl9pPr marL="3886200" lvl="8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marL="0" indent="0" algn="ctr">
              <a:lnSpc>
                <a:spcPct val="200000"/>
              </a:lnSpc>
            </a:pPr>
            <a:r>
              <a:rPr lang="en-US" sz="2800" b="1" dirty="0">
                <a:latin typeface="+mj-lt"/>
              </a:rPr>
              <a:t>Networking Opportunities</a:t>
            </a: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AEBEEC22-ECB1-3C6C-A25B-645E8F407633}"/>
              </a:ext>
            </a:extLst>
          </p:cNvPr>
          <p:cNvSpPr txBox="1">
            <a:spLocks/>
          </p:cNvSpPr>
          <p:nvPr/>
        </p:nvSpPr>
        <p:spPr>
          <a:xfrm>
            <a:off x="8020141" y="4376070"/>
            <a:ext cx="3407869" cy="930994"/>
          </a:xfrm>
          <a:prstGeom prst="rect">
            <a:avLst/>
          </a:prstGeom>
        </p:spPr>
        <p:txBody>
          <a:bodyPr spcFirstLastPara="1" vert="horz" wrap="square" lIns="34275" tIns="34275" rIns="34275" bIns="34275" rtlCol="0" anchor="t" anchorCtr="0">
            <a:spAutoFit/>
          </a:bodyPr>
          <a:lstStyle>
            <a:lvl1pPr marL="228600" lvl="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kern="1200">
                <a:solidFill>
                  <a:schemeClr val="accent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685800" lvl="1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kern="1200"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2pPr>
            <a:lvl3pPr marL="1143000" lvl="2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kern="1200"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3pPr>
            <a:lvl4pPr marL="1600200" lvl="3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4pPr>
            <a:lvl5pPr marL="2057400" lvl="4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5pPr>
            <a:lvl6pPr marL="2514600" lvl="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6pPr>
            <a:lvl7pPr marL="2971800" lvl="6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7pPr>
            <a:lvl8pPr marL="3429000" lvl="7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8pPr>
            <a:lvl9pPr marL="3886200" lvl="8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marL="0" indent="0" algn="ctr">
              <a:lnSpc>
                <a:spcPct val="200000"/>
              </a:lnSpc>
            </a:pPr>
            <a:r>
              <a:rPr lang="en-US" sz="2800" b="1" dirty="0">
                <a:latin typeface="+mj-lt"/>
              </a:rPr>
              <a:t>Hands-on Experience</a:t>
            </a:r>
          </a:p>
        </p:txBody>
      </p:sp>
      <p:pic>
        <p:nvPicPr>
          <p:cNvPr id="8" name="Picture 7" descr="A logo with a white background&#10;&#10;Description automatically generated">
            <a:extLst>
              <a:ext uri="{FF2B5EF4-FFF2-40B4-BE49-F238E27FC236}">
                <a16:creationId xmlns:a16="http://schemas.microsoft.com/office/drawing/2014/main" id="{01BB6961-B922-FBE4-3124-CE8F8B22AF4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43" t="12971" r="14114" b="15503"/>
          <a:stretch/>
        </p:blipFill>
        <p:spPr>
          <a:xfrm>
            <a:off x="1" y="6020002"/>
            <a:ext cx="838200" cy="8379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AC893B-7382-1B47-591E-9D30FF9478A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45" t="26612" r="11980" b="50583"/>
          <a:stretch/>
        </p:blipFill>
        <p:spPr>
          <a:xfrm>
            <a:off x="8341360" y="47171"/>
            <a:ext cx="3845560" cy="50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575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oup of people with laptops&#10;&#10;Description automatically generated">
            <a:extLst>
              <a:ext uri="{FF2B5EF4-FFF2-40B4-BE49-F238E27FC236}">
                <a16:creationId xmlns:a16="http://schemas.microsoft.com/office/drawing/2014/main" id="{F5DE2170-038A-6D07-6232-CBF8BA4D2E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527" y="3955307"/>
            <a:ext cx="3788229" cy="2130879"/>
          </a:xfrm>
          <a:prstGeom prst="rect">
            <a:avLst/>
          </a:prstGeom>
        </p:spPr>
      </p:pic>
      <p:pic>
        <p:nvPicPr>
          <p:cNvPr id="11" name="Picture 10" descr="A logo of a company&#10;&#10;Description automatically generated with medium confidence">
            <a:extLst>
              <a:ext uri="{FF2B5EF4-FFF2-40B4-BE49-F238E27FC236}">
                <a16:creationId xmlns:a16="http://schemas.microsoft.com/office/drawing/2014/main" id="{942F3F39-3110-1CEC-AD89-2770BF62DF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54" t="17830" r="7460" b="20935"/>
          <a:stretch/>
        </p:blipFill>
        <p:spPr>
          <a:xfrm>
            <a:off x="5867401" y="1152205"/>
            <a:ext cx="4816602" cy="196836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B8BE83B-6F93-82DE-4FAA-338E4E5AC28F}"/>
                  </a:ext>
                </a:extLst>
              </p14:cNvPr>
              <p14:cNvContentPartPr/>
              <p14:nvPr/>
            </p14:nvContentPartPr>
            <p14:xfrm>
              <a:off x="8555845" y="152315"/>
              <a:ext cx="3471120" cy="2620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B8BE83B-6F93-82DE-4FAA-338E4E5AC28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93205" y="89315"/>
                <a:ext cx="3596760" cy="387720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Arrow: Right 20">
            <a:extLst>
              <a:ext uri="{FF2B5EF4-FFF2-40B4-BE49-F238E27FC236}">
                <a16:creationId xmlns:a16="http://schemas.microsoft.com/office/drawing/2014/main" id="{53751978-1D9D-B492-D119-05DA0302686F}"/>
              </a:ext>
            </a:extLst>
          </p:cNvPr>
          <p:cNvSpPr/>
          <p:nvPr/>
        </p:nvSpPr>
        <p:spPr>
          <a:xfrm rot="18967622">
            <a:off x="5532546" y="3443844"/>
            <a:ext cx="1841500" cy="11132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341926-740E-9216-F0B5-10ACC3DB047B}"/>
              </a:ext>
            </a:extLst>
          </p:cNvPr>
          <p:cNvSpPr txBox="1"/>
          <p:nvPr/>
        </p:nvSpPr>
        <p:spPr>
          <a:xfrm>
            <a:off x="2177956" y="1914797"/>
            <a:ext cx="322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Bahnschrift" panose="020B0502040204020203" pitchFamily="34" charset="0"/>
              </a:rPr>
              <a:t>GDSC to GDG</a:t>
            </a:r>
            <a:endParaRPr lang="en-IN" sz="4000" b="1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4268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87B439E5-7D7F-48F3-AB5D-CA0A2FC95E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80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75" y="284169"/>
            <a:ext cx="10515600" cy="381962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</a:pPr>
            <a:r>
              <a:rPr lang="en-US" b="1" kern="1200" dirty="0">
                <a:solidFill>
                  <a:schemeClr val="tx1"/>
                </a:solidFill>
                <a:highlight>
                  <a:srgbClr val="FFFF00"/>
                </a:highlight>
                <a:latin typeface="Bahnschrift" panose="020B0502040204020203" pitchFamily="34" charset="0"/>
                <a:ea typeface="+mj-ea"/>
                <a:cs typeface="+mj-cs"/>
              </a:rPr>
              <a:t>MEET THE EXECUTIVE(CORE) TEAM:-</a:t>
            </a:r>
            <a:endParaRPr lang="en-US" kern="1200" dirty="0">
              <a:solidFill>
                <a:schemeClr val="tx1"/>
              </a:solidFill>
              <a:highlight>
                <a:srgbClr val="FFFF00"/>
              </a:highlight>
              <a:latin typeface="Bahnschrift" panose="020B0502040204020203" pitchFamily="34" charset="0"/>
              <a:ea typeface="+mj-ea"/>
              <a:cs typeface="+mj-cs"/>
            </a:endParaRPr>
          </a:p>
        </p:txBody>
      </p:sp>
      <p:pic>
        <p:nvPicPr>
          <p:cNvPr id="3" name="Picture 2" descr="A blue and white rectangular sign with black text&#10;&#10;Description automatically generated">
            <a:extLst>
              <a:ext uri="{FF2B5EF4-FFF2-40B4-BE49-F238E27FC236}">
                <a16:creationId xmlns:a16="http://schemas.microsoft.com/office/drawing/2014/main" id="{6E7C7489-B595-B2B4-C941-5539580875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52" t="28721" r="11253" b="48879"/>
          <a:stretch/>
        </p:blipFill>
        <p:spPr>
          <a:xfrm>
            <a:off x="8686220" y="6451890"/>
            <a:ext cx="3505780" cy="384892"/>
          </a:xfrm>
          <a:prstGeom prst="rect">
            <a:avLst/>
          </a:prstGeom>
        </p:spPr>
      </p:pic>
      <p:pic>
        <p:nvPicPr>
          <p:cNvPr id="34" name="Picture 33" descr="A logo of a company&#10;&#10;Description automatically generated">
            <a:extLst>
              <a:ext uri="{FF2B5EF4-FFF2-40B4-BE49-F238E27FC236}">
                <a16:creationId xmlns:a16="http://schemas.microsoft.com/office/drawing/2014/main" id="{FF77D6A2-A8F8-E148-5AF3-5BDE9D9A05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802" y="6183086"/>
            <a:ext cx="2506327" cy="658054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C34769FA-18A0-37DC-7DB1-45C439F41F2D}"/>
              </a:ext>
            </a:extLst>
          </p:cNvPr>
          <p:cNvGrpSpPr/>
          <p:nvPr/>
        </p:nvGrpSpPr>
        <p:grpSpPr>
          <a:xfrm>
            <a:off x="8218714" y="2743200"/>
            <a:ext cx="4158699" cy="3385368"/>
            <a:chOff x="-620329" y="-83086"/>
            <a:chExt cx="3267596" cy="2783950"/>
          </a:xfrm>
        </p:grpSpPr>
        <p:pic>
          <p:nvPicPr>
            <p:cNvPr id="33" name="Picture 32" descr="A person standing on a balcony with two thumbs up&#10;&#10;Description automatically generated">
              <a:extLst>
                <a:ext uri="{FF2B5EF4-FFF2-40B4-BE49-F238E27FC236}">
                  <a16:creationId xmlns:a16="http://schemas.microsoft.com/office/drawing/2014/main" id="{926AF171-B698-C136-9908-5E19CF017391}"/>
                </a:ext>
              </a:extLst>
            </p:cNvPr>
            <p:cNvPicPr>
              <a:picLocks/>
            </p:cNvPicPr>
            <p:nvPr/>
          </p:nvPicPr>
          <p:blipFill rotWithShape="1"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15000"/>
                      </a14:imgEffect>
                      <a14:imgEffect>
                        <a14:brightnessContrast bright="27000" contrast="-7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529" t="10199" r="32822" b="48186"/>
            <a:stretch/>
          </p:blipFill>
          <p:spPr>
            <a:xfrm>
              <a:off x="-30466" y="-83086"/>
              <a:ext cx="2121810" cy="2068326"/>
            </a:xfrm>
            <a:prstGeom prst="ellipse">
              <a:avLst/>
            </a:prstGeom>
            <a:blipFill dpi="0" rotWithShape="1">
              <a:blip r:embed="rId6"/>
              <a:srcRect/>
              <a:stretch>
                <a:fillRect t="-4000" b="-5000"/>
              </a:stretch>
            </a:blipFill>
            <a:ln>
              <a:noFill/>
            </a:ln>
          </p:spPr>
        </p:pic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5A07BDC2-5BE4-1D39-CAEB-00DC927731FC}"/>
                </a:ext>
              </a:extLst>
            </p:cNvPr>
            <p:cNvSpPr txBox="1">
              <a:spLocks/>
            </p:cNvSpPr>
            <p:nvPr/>
          </p:nvSpPr>
          <p:spPr>
            <a:xfrm>
              <a:off x="-620329" y="2061813"/>
              <a:ext cx="3267596" cy="639051"/>
            </a:xfrm>
            <a:custGeom>
              <a:avLst/>
              <a:gdLst>
                <a:gd name="connsiteX0" fmla="*/ 0 w 4158699"/>
                <a:gd name="connsiteY0" fmla="*/ 0 h 777105"/>
                <a:gd name="connsiteX1" fmla="*/ 734703 w 4158699"/>
                <a:gd name="connsiteY1" fmla="*/ 0 h 777105"/>
                <a:gd name="connsiteX2" fmla="*/ 1344646 w 4158699"/>
                <a:gd name="connsiteY2" fmla="*/ 0 h 777105"/>
                <a:gd name="connsiteX3" fmla="*/ 1996176 w 4158699"/>
                <a:gd name="connsiteY3" fmla="*/ 0 h 777105"/>
                <a:gd name="connsiteX4" fmla="*/ 2689292 w 4158699"/>
                <a:gd name="connsiteY4" fmla="*/ 0 h 777105"/>
                <a:gd name="connsiteX5" fmla="*/ 3423996 w 4158699"/>
                <a:gd name="connsiteY5" fmla="*/ 0 h 777105"/>
                <a:gd name="connsiteX6" fmla="*/ 4158699 w 4158699"/>
                <a:gd name="connsiteY6" fmla="*/ 0 h 777105"/>
                <a:gd name="connsiteX7" fmla="*/ 4158699 w 4158699"/>
                <a:gd name="connsiteY7" fmla="*/ 388553 h 777105"/>
                <a:gd name="connsiteX8" fmla="*/ 4158699 w 4158699"/>
                <a:gd name="connsiteY8" fmla="*/ 777105 h 777105"/>
                <a:gd name="connsiteX9" fmla="*/ 3590343 w 4158699"/>
                <a:gd name="connsiteY9" fmla="*/ 777105 h 777105"/>
                <a:gd name="connsiteX10" fmla="*/ 2980401 w 4158699"/>
                <a:gd name="connsiteY10" fmla="*/ 777105 h 777105"/>
                <a:gd name="connsiteX11" fmla="*/ 2287284 w 4158699"/>
                <a:gd name="connsiteY11" fmla="*/ 777105 h 777105"/>
                <a:gd name="connsiteX12" fmla="*/ 1718929 w 4158699"/>
                <a:gd name="connsiteY12" fmla="*/ 777105 h 777105"/>
                <a:gd name="connsiteX13" fmla="*/ 942638 w 4158699"/>
                <a:gd name="connsiteY13" fmla="*/ 777105 h 777105"/>
                <a:gd name="connsiteX14" fmla="*/ 0 w 4158699"/>
                <a:gd name="connsiteY14" fmla="*/ 777105 h 777105"/>
                <a:gd name="connsiteX15" fmla="*/ 0 w 4158699"/>
                <a:gd name="connsiteY15" fmla="*/ 396324 h 777105"/>
                <a:gd name="connsiteX16" fmla="*/ 0 w 4158699"/>
                <a:gd name="connsiteY16" fmla="*/ 0 h 777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158699" h="777105" fill="none" extrusionOk="0">
                  <a:moveTo>
                    <a:pt x="0" y="0"/>
                  </a:moveTo>
                  <a:cubicBezTo>
                    <a:pt x="176859" y="6734"/>
                    <a:pt x="584361" y="-1168"/>
                    <a:pt x="734703" y="0"/>
                  </a:cubicBezTo>
                  <a:cubicBezTo>
                    <a:pt x="885045" y="1168"/>
                    <a:pt x="1158159" y="-4785"/>
                    <a:pt x="1344646" y="0"/>
                  </a:cubicBezTo>
                  <a:cubicBezTo>
                    <a:pt x="1531133" y="4785"/>
                    <a:pt x="1854485" y="-4174"/>
                    <a:pt x="1996176" y="0"/>
                  </a:cubicBezTo>
                  <a:cubicBezTo>
                    <a:pt x="2137867" y="4174"/>
                    <a:pt x="2486258" y="-8936"/>
                    <a:pt x="2689292" y="0"/>
                  </a:cubicBezTo>
                  <a:cubicBezTo>
                    <a:pt x="2892326" y="8936"/>
                    <a:pt x="3125314" y="28505"/>
                    <a:pt x="3423996" y="0"/>
                  </a:cubicBezTo>
                  <a:cubicBezTo>
                    <a:pt x="3722678" y="-28505"/>
                    <a:pt x="3917172" y="20550"/>
                    <a:pt x="4158699" y="0"/>
                  </a:cubicBezTo>
                  <a:cubicBezTo>
                    <a:pt x="4165321" y="127964"/>
                    <a:pt x="4144918" y="308228"/>
                    <a:pt x="4158699" y="388553"/>
                  </a:cubicBezTo>
                  <a:cubicBezTo>
                    <a:pt x="4172480" y="468878"/>
                    <a:pt x="4146248" y="645068"/>
                    <a:pt x="4158699" y="777105"/>
                  </a:cubicBezTo>
                  <a:cubicBezTo>
                    <a:pt x="3953796" y="766553"/>
                    <a:pt x="3818145" y="805434"/>
                    <a:pt x="3590343" y="777105"/>
                  </a:cubicBezTo>
                  <a:cubicBezTo>
                    <a:pt x="3362541" y="748776"/>
                    <a:pt x="3112700" y="771437"/>
                    <a:pt x="2980401" y="777105"/>
                  </a:cubicBezTo>
                  <a:cubicBezTo>
                    <a:pt x="2848102" y="782773"/>
                    <a:pt x="2531215" y="810081"/>
                    <a:pt x="2287284" y="777105"/>
                  </a:cubicBezTo>
                  <a:cubicBezTo>
                    <a:pt x="2043353" y="744129"/>
                    <a:pt x="1938787" y="760487"/>
                    <a:pt x="1718929" y="777105"/>
                  </a:cubicBezTo>
                  <a:cubicBezTo>
                    <a:pt x="1499072" y="793723"/>
                    <a:pt x="1208570" y="794608"/>
                    <a:pt x="942638" y="777105"/>
                  </a:cubicBezTo>
                  <a:cubicBezTo>
                    <a:pt x="676706" y="759602"/>
                    <a:pt x="365436" y="772404"/>
                    <a:pt x="0" y="777105"/>
                  </a:cubicBezTo>
                  <a:cubicBezTo>
                    <a:pt x="-11524" y="600188"/>
                    <a:pt x="-2303" y="524714"/>
                    <a:pt x="0" y="396324"/>
                  </a:cubicBezTo>
                  <a:cubicBezTo>
                    <a:pt x="2303" y="267934"/>
                    <a:pt x="-15896" y="108869"/>
                    <a:pt x="0" y="0"/>
                  </a:cubicBezTo>
                  <a:close/>
                </a:path>
                <a:path w="4158699" h="777105" stroke="0" extrusionOk="0">
                  <a:moveTo>
                    <a:pt x="0" y="0"/>
                  </a:moveTo>
                  <a:cubicBezTo>
                    <a:pt x="218603" y="19339"/>
                    <a:pt x="512191" y="-10364"/>
                    <a:pt x="776290" y="0"/>
                  </a:cubicBezTo>
                  <a:cubicBezTo>
                    <a:pt x="1040389" y="10364"/>
                    <a:pt x="1236591" y="-17624"/>
                    <a:pt x="1469407" y="0"/>
                  </a:cubicBezTo>
                  <a:cubicBezTo>
                    <a:pt x="1702223" y="17624"/>
                    <a:pt x="1903526" y="20544"/>
                    <a:pt x="2079349" y="0"/>
                  </a:cubicBezTo>
                  <a:cubicBezTo>
                    <a:pt x="2255172" y="-20544"/>
                    <a:pt x="2452667" y="19969"/>
                    <a:pt x="2772466" y="0"/>
                  </a:cubicBezTo>
                  <a:cubicBezTo>
                    <a:pt x="3092265" y="-19969"/>
                    <a:pt x="3274540" y="10081"/>
                    <a:pt x="3548756" y="0"/>
                  </a:cubicBezTo>
                  <a:cubicBezTo>
                    <a:pt x="3822972" y="-10081"/>
                    <a:pt x="3893631" y="25265"/>
                    <a:pt x="4158699" y="0"/>
                  </a:cubicBezTo>
                  <a:cubicBezTo>
                    <a:pt x="4159767" y="74567"/>
                    <a:pt x="4144329" y="280820"/>
                    <a:pt x="4158699" y="365239"/>
                  </a:cubicBezTo>
                  <a:cubicBezTo>
                    <a:pt x="4173069" y="449658"/>
                    <a:pt x="4174450" y="691899"/>
                    <a:pt x="4158699" y="777105"/>
                  </a:cubicBezTo>
                  <a:cubicBezTo>
                    <a:pt x="3879065" y="798310"/>
                    <a:pt x="3702206" y="803814"/>
                    <a:pt x="3507169" y="777105"/>
                  </a:cubicBezTo>
                  <a:cubicBezTo>
                    <a:pt x="3312132" y="750397"/>
                    <a:pt x="3096519" y="762660"/>
                    <a:pt x="2855640" y="777105"/>
                  </a:cubicBezTo>
                  <a:cubicBezTo>
                    <a:pt x="2614761" y="791550"/>
                    <a:pt x="2368921" y="770944"/>
                    <a:pt x="2204110" y="777105"/>
                  </a:cubicBezTo>
                  <a:cubicBezTo>
                    <a:pt x="2039299" y="783267"/>
                    <a:pt x="1698839" y="759433"/>
                    <a:pt x="1469407" y="777105"/>
                  </a:cubicBezTo>
                  <a:cubicBezTo>
                    <a:pt x="1239975" y="794777"/>
                    <a:pt x="1099288" y="758111"/>
                    <a:pt x="859464" y="777105"/>
                  </a:cubicBezTo>
                  <a:cubicBezTo>
                    <a:pt x="619640" y="796099"/>
                    <a:pt x="394590" y="769430"/>
                    <a:pt x="0" y="777105"/>
                  </a:cubicBezTo>
                  <a:cubicBezTo>
                    <a:pt x="710" y="635326"/>
                    <a:pt x="-925" y="488000"/>
                    <a:pt x="0" y="380781"/>
                  </a:cubicBezTo>
                  <a:cubicBezTo>
                    <a:pt x="925" y="273562"/>
                    <a:pt x="5108" y="81376"/>
                    <a:pt x="0" y="0"/>
                  </a:cubicBezTo>
                  <a:close/>
                </a:path>
              </a:pathLst>
            </a:custGeom>
            <a:ln>
              <a:noFill/>
              <a:extLst>
                <a:ext uri="{C807C97D-BFC1-408E-A445-0C87EB9F89A2}">
                  <ask:lineSketchStyleProps xmlns:ask="http://schemas.microsoft.com/office/drawing/2018/sketchyshapes" sd="981765707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txBody>
            <a:bodyPr spcFirstLastPara="1" vert="horz" wrap="square" lIns="34275" tIns="34275" rIns="34275" bIns="34275" rtlCol="0" anchor="t" anchorCtr="0">
              <a:spAutoFit/>
            </a:bodyPr>
            <a:lstStyle>
              <a:lvl1pPr lvl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400" kern="1200">
                  <a:solidFill>
                    <a:schemeClr val="dk1"/>
                  </a:solidFill>
                  <a:latin typeface="Google Sans"/>
                  <a:ea typeface="Google Sans"/>
                  <a:cs typeface="Google Sans"/>
                  <a:sym typeface="Google Sans"/>
                </a:defRPr>
              </a:lvl1pPr>
              <a:lvl2pPr lvl="1" rtl="0">
                <a:spcBef>
                  <a:spcPts val="0"/>
                </a:spcBef>
                <a:spcAft>
                  <a:spcPts val="0"/>
                </a:spcAft>
                <a:buNone/>
                <a:defRPr sz="4667">
                  <a:latin typeface="Google Sans"/>
                  <a:ea typeface="Google Sans"/>
                  <a:cs typeface="Google Sans"/>
                  <a:sym typeface="Google Sans"/>
                </a:defRPr>
              </a:lvl2pPr>
              <a:lvl3pPr lvl="2" rtl="0">
                <a:spcBef>
                  <a:spcPts val="0"/>
                </a:spcBef>
                <a:spcAft>
                  <a:spcPts val="0"/>
                </a:spcAft>
                <a:buNone/>
                <a:defRPr sz="4667">
                  <a:latin typeface="Google Sans"/>
                  <a:ea typeface="Google Sans"/>
                  <a:cs typeface="Google Sans"/>
                  <a:sym typeface="Google Sans"/>
                </a:defRPr>
              </a:lvl3pPr>
              <a:lvl4pPr lvl="3" rtl="0">
                <a:spcBef>
                  <a:spcPts val="0"/>
                </a:spcBef>
                <a:spcAft>
                  <a:spcPts val="0"/>
                </a:spcAft>
                <a:buNone/>
                <a:defRPr sz="4667">
                  <a:latin typeface="Google Sans"/>
                  <a:ea typeface="Google Sans"/>
                  <a:cs typeface="Google Sans"/>
                  <a:sym typeface="Google Sans"/>
                </a:defRPr>
              </a:lvl4pPr>
              <a:lvl5pPr lvl="4" rtl="0">
                <a:spcBef>
                  <a:spcPts val="0"/>
                </a:spcBef>
                <a:spcAft>
                  <a:spcPts val="0"/>
                </a:spcAft>
                <a:buNone/>
                <a:defRPr sz="4667">
                  <a:latin typeface="Google Sans"/>
                  <a:ea typeface="Google Sans"/>
                  <a:cs typeface="Google Sans"/>
                  <a:sym typeface="Google Sans"/>
                </a:defRPr>
              </a:lvl5pPr>
              <a:lvl6pPr lvl="5" rtl="0">
                <a:spcBef>
                  <a:spcPts val="0"/>
                </a:spcBef>
                <a:spcAft>
                  <a:spcPts val="0"/>
                </a:spcAft>
                <a:buNone/>
                <a:defRPr sz="4667">
                  <a:latin typeface="Google Sans"/>
                  <a:ea typeface="Google Sans"/>
                  <a:cs typeface="Google Sans"/>
                  <a:sym typeface="Google Sans"/>
                </a:defRPr>
              </a:lvl6pPr>
              <a:lvl7pPr lvl="6" rtl="0">
                <a:spcBef>
                  <a:spcPts val="0"/>
                </a:spcBef>
                <a:spcAft>
                  <a:spcPts val="0"/>
                </a:spcAft>
                <a:buNone/>
                <a:defRPr sz="4667">
                  <a:latin typeface="Google Sans"/>
                  <a:ea typeface="Google Sans"/>
                  <a:cs typeface="Google Sans"/>
                  <a:sym typeface="Google Sans"/>
                </a:defRPr>
              </a:lvl7pPr>
              <a:lvl8pPr lvl="7" rtl="0">
                <a:spcBef>
                  <a:spcPts val="0"/>
                </a:spcBef>
                <a:spcAft>
                  <a:spcPts val="0"/>
                </a:spcAft>
                <a:buNone/>
                <a:defRPr sz="4667">
                  <a:latin typeface="Google Sans"/>
                  <a:ea typeface="Google Sans"/>
                  <a:cs typeface="Google Sans"/>
                  <a:sym typeface="Google Sans"/>
                </a:defRPr>
              </a:lvl8pPr>
              <a:lvl9pPr lvl="8" rtl="0">
                <a:spcBef>
                  <a:spcPts val="0"/>
                </a:spcBef>
                <a:spcAft>
                  <a:spcPts val="0"/>
                </a:spcAft>
                <a:buNone/>
                <a:defRPr sz="4667">
                  <a:latin typeface="Google Sans"/>
                  <a:ea typeface="Google Sans"/>
                  <a:cs typeface="Google Sans"/>
                  <a:sym typeface="Google Sans"/>
                </a:defRPr>
              </a:lvl9pPr>
            </a:lstStyle>
            <a:p>
              <a:pPr algn="ctr" defTabSz="502920">
                <a:spcAft>
                  <a:spcPts val="600"/>
                </a:spcAft>
              </a:pPr>
              <a:r>
                <a:rPr lang="en-US" sz="2000" b="1" kern="1200" dirty="0">
                  <a:solidFill>
                    <a:schemeClr val="tx1"/>
                  </a:solidFill>
                  <a:latin typeface="Bahnschrift" panose="020B0502040204020203" pitchFamily="34" charset="0"/>
                  <a:cs typeface="Calibri"/>
                  <a:sym typeface="Google Sans"/>
                </a:rPr>
                <a:t>JAYACHANDHRAN</a:t>
              </a:r>
              <a:r>
                <a:rPr lang="en-US" sz="2000" b="1" kern="1200" dirty="0">
                  <a:solidFill>
                    <a:schemeClr val="tx1"/>
                  </a:solidFill>
                  <a:latin typeface="Bahnschrift" panose="020B0502040204020203" pitchFamily="34" charset="0"/>
                  <a:ea typeface="+mn-ea"/>
                  <a:cs typeface="Calibri"/>
                  <a:sym typeface="Google Sans"/>
                </a:rPr>
                <a:t> SARAVANAN</a:t>
              </a:r>
              <a:endParaRPr lang="en-US" sz="2000" kern="1200" dirty="0">
                <a:solidFill>
                  <a:schemeClr val="tx1"/>
                </a:solidFill>
                <a:latin typeface="Bahnschrift" panose="020B0502040204020203" pitchFamily="34" charset="0"/>
                <a:ea typeface="+mn-ea"/>
                <a:sym typeface="Google Sans"/>
              </a:endParaRPr>
            </a:p>
            <a:p>
              <a:pPr algn="ctr" defTabSz="502920">
                <a:spcAft>
                  <a:spcPts val="600"/>
                </a:spcAft>
              </a:pPr>
              <a:r>
                <a:rPr lang="en-US" sz="2000" b="1" kern="1200" dirty="0">
                  <a:solidFill>
                    <a:schemeClr val="tx1"/>
                  </a:solidFill>
                  <a:latin typeface="Bahnschrift" panose="020B0502040204020203" pitchFamily="34" charset="0"/>
                  <a:ea typeface="+mn-ea"/>
                  <a:cs typeface="Calibri"/>
                  <a:sym typeface="Google Sans"/>
                </a:rPr>
                <a:t>Vice President</a:t>
              </a:r>
              <a:endParaRPr lang="en-US" sz="2000" b="1" dirty="0">
                <a:solidFill>
                  <a:schemeClr val="tx1"/>
                </a:solidFill>
                <a:latin typeface="Bahnschrift" panose="020B0502040204020203" pitchFamily="34" charset="0"/>
                <a:ea typeface="+mn-ea"/>
                <a:cs typeface="Calibri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E3E6160-19E9-F4E5-ACDA-A84C50E5BD42}"/>
              </a:ext>
            </a:extLst>
          </p:cNvPr>
          <p:cNvGrpSpPr/>
          <p:nvPr/>
        </p:nvGrpSpPr>
        <p:grpSpPr>
          <a:xfrm>
            <a:off x="-129724" y="1008587"/>
            <a:ext cx="3362297" cy="3529140"/>
            <a:chOff x="1895347" y="1862399"/>
            <a:chExt cx="2414712" cy="2640391"/>
          </a:xfrm>
        </p:grpSpPr>
        <p:sp>
          <p:nvSpPr>
            <p:cNvPr id="9" name="Google Shape;413;p19">
              <a:extLst>
                <a:ext uri="{FF2B5EF4-FFF2-40B4-BE49-F238E27FC236}">
                  <a16:creationId xmlns:a16="http://schemas.microsoft.com/office/drawing/2014/main" id="{D775845C-4AD0-3745-11F3-DA180BB06219}"/>
                </a:ext>
              </a:extLst>
            </p:cNvPr>
            <p:cNvSpPr/>
            <p:nvPr/>
          </p:nvSpPr>
          <p:spPr>
            <a:xfrm>
              <a:off x="2053498" y="1862399"/>
              <a:ext cx="2125291" cy="2071015"/>
            </a:xfrm>
            <a:prstGeom prst="ellipse">
              <a:avLst/>
            </a:prstGeom>
            <a:blipFill dpi="0" rotWithShape="1">
              <a:blip r:embed="rId7"/>
              <a:srcRect/>
              <a:stretch>
                <a:fillRect t="-4000" b="-5000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dk1"/>
                </a:solidFill>
              </a:endParaRPr>
            </a:p>
          </p:txBody>
        </p:sp>
        <p:sp>
          <p:nvSpPr>
            <p:cNvPr id="4" name="Title 1">
              <a:extLst>
                <a:ext uri="{FF2B5EF4-FFF2-40B4-BE49-F238E27FC236}">
                  <a16:creationId xmlns:a16="http://schemas.microsoft.com/office/drawing/2014/main" id="{64B508A9-8FE4-606C-9F25-08ED4EDBE407}"/>
                </a:ext>
              </a:extLst>
            </p:cNvPr>
            <p:cNvSpPr txBox="1">
              <a:spLocks/>
            </p:cNvSpPr>
            <p:nvPr/>
          </p:nvSpPr>
          <p:spPr>
            <a:xfrm>
              <a:off x="1895347" y="3961659"/>
              <a:ext cx="2414712" cy="5411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lvl1pPr lvl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400" kern="1200">
                  <a:solidFill>
                    <a:schemeClr val="dk1"/>
                  </a:solidFill>
                  <a:latin typeface="Google Sans"/>
                  <a:ea typeface="Google Sans"/>
                  <a:cs typeface="Google Sans"/>
                  <a:sym typeface="Google Sans"/>
                </a:defRPr>
              </a:lvl1pPr>
              <a:lvl2pPr lvl="1" rtl="0">
                <a:spcBef>
                  <a:spcPts val="0"/>
                </a:spcBef>
                <a:spcAft>
                  <a:spcPts val="0"/>
                </a:spcAft>
                <a:buNone/>
                <a:defRPr sz="4667">
                  <a:latin typeface="Google Sans"/>
                  <a:ea typeface="Google Sans"/>
                  <a:cs typeface="Google Sans"/>
                  <a:sym typeface="Google Sans"/>
                </a:defRPr>
              </a:lvl2pPr>
              <a:lvl3pPr lvl="2" rtl="0">
                <a:spcBef>
                  <a:spcPts val="0"/>
                </a:spcBef>
                <a:spcAft>
                  <a:spcPts val="0"/>
                </a:spcAft>
                <a:buNone/>
                <a:defRPr sz="4667">
                  <a:latin typeface="Google Sans"/>
                  <a:ea typeface="Google Sans"/>
                  <a:cs typeface="Google Sans"/>
                  <a:sym typeface="Google Sans"/>
                </a:defRPr>
              </a:lvl3pPr>
              <a:lvl4pPr lvl="3" rtl="0">
                <a:spcBef>
                  <a:spcPts val="0"/>
                </a:spcBef>
                <a:spcAft>
                  <a:spcPts val="0"/>
                </a:spcAft>
                <a:buNone/>
                <a:defRPr sz="4667">
                  <a:latin typeface="Google Sans"/>
                  <a:ea typeface="Google Sans"/>
                  <a:cs typeface="Google Sans"/>
                  <a:sym typeface="Google Sans"/>
                </a:defRPr>
              </a:lvl4pPr>
              <a:lvl5pPr lvl="4" rtl="0">
                <a:spcBef>
                  <a:spcPts val="0"/>
                </a:spcBef>
                <a:spcAft>
                  <a:spcPts val="0"/>
                </a:spcAft>
                <a:buNone/>
                <a:defRPr sz="4667">
                  <a:latin typeface="Google Sans"/>
                  <a:ea typeface="Google Sans"/>
                  <a:cs typeface="Google Sans"/>
                  <a:sym typeface="Google Sans"/>
                </a:defRPr>
              </a:lvl5pPr>
              <a:lvl6pPr lvl="5" rtl="0">
                <a:spcBef>
                  <a:spcPts val="0"/>
                </a:spcBef>
                <a:spcAft>
                  <a:spcPts val="0"/>
                </a:spcAft>
                <a:buNone/>
                <a:defRPr sz="4667">
                  <a:latin typeface="Google Sans"/>
                  <a:ea typeface="Google Sans"/>
                  <a:cs typeface="Google Sans"/>
                  <a:sym typeface="Google Sans"/>
                </a:defRPr>
              </a:lvl6pPr>
              <a:lvl7pPr lvl="6" rtl="0">
                <a:spcBef>
                  <a:spcPts val="0"/>
                </a:spcBef>
                <a:spcAft>
                  <a:spcPts val="0"/>
                </a:spcAft>
                <a:buNone/>
                <a:defRPr sz="4667">
                  <a:latin typeface="Google Sans"/>
                  <a:ea typeface="Google Sans"/>
                  <a:cs typeface="Google Sans"/>
                  <a:sym typeface="Google Sans"/>
                </a:defRPr>
              </a:lvl7pPr>
              <a:lvl8pPr lvl="7" rtl="0">
                <a:spcBef>
                  <a:spcPts val="0"/>
                </a:spcBef>
                <a:spcAft>
                  <a:spcPts val="0"/>
                </a:spcAft>
                <a:buNone/>
                <a:defRPr sz="4667">
                  <a:latin typeface="Google Sans"/>
                  <a:ea typeface="Google Sans"/>
                  <a:cs typeface="Google Sans"/>
                  <a:sym typeface="Google Sans"/>
                </a:defRPr>
              </a:lvl8pPr>
              <a:lvl9pPr lvl="8" rtl="0">
                <a:spcBef>
                  <a:spcPts val="0"/>
                </a:spcBef>
                <a:spcAft>
                  <a:spcPts val="0"/>
                </a:spcAft>
                <a:buNone/>
                <a:defRPr sz="4667">
                  <a:latin typeface="Google Sans"/>
                  <a:ea typeface="Google Sans"/>
                  <a:cs typeface="Google Sans"/>
                  <a:sym typeface="Google Sans"/>
                </a:defRPr>
              </a:lvl9pPr>
            </a:lstStyle>
            <a:p>
              <a:pPr algn="ctr" defTabSz="676656">
                <a:spcAft>
                  <a:spcPts val="600"/>
                </a:spcAft>
              </a:pPr>
              <a:r>
                <a:rPr lang="en-US" sz="2000" b="1" kern="1200" dirty="0" err="1">
                  <a:solidFill>
                    <a:schemeClr val="tx1"/>
                  </a:solidFill>
                  <a:latin typeface="Bahnschrift" panose="020B0502040204020203" pitchFamily="34" charset="0"/>
                  <a:ea typeface="+mn-ea"/>
                  <a:cs typeface="Arial"/>
                  <a:sym typeface="Google Sans"/>
                </a:rPr>
                <a:t>Monisha</a:t>
              </a:r>
              <a:r>
                <a:rPr lang="en-US" sz="2000" b="1" kern="1200" dirty="0">
                  <a:solidFill>
                    <a:schemeClr val="tx1"/>
                  </a:solidFill>
                  <a:latin typeface="Bahnschrift" panose="020B0502040204020203" pitchFamily="34" charset="0"/>
                  <a:ea typeface="+mn-ea"/>
                  <a:cs typeface="Arial"/>
                  <a:sym typeface="Google Sans"/>
                </a:rPr>
                <a:t> Ranjan</a:t>
              </a:r>
              <a:endParaRPr lang="en-US" sz="2000" b="1" kern="1200" dirty="0">
                <a:solidFill>
                  <a:schemeClr val="tx1"/>
                </a:solidFill>
                <a:latin typeface="Bahnschrift" panose="020B0502040204020203" pitchFamily="34" charset="0"/>
                <a:ea typeface="+mn-ea"/>
                <a:sym typeface="Google Sans"/>
              </a:endParaRPr>
            </a:p>
            <a:p>
              <a:pPr algn="ctr" defTabSz="676656">
                <a:spcAft>
                  <a:spcPts val="600"/>
                </a:spcAft>
              </a:pPr>
              <a:r>
                <a:rPr lang="en-US" sz="2000" b="1" kern="1200" dirty="0">
                  <a:solidFill>
                    <a:schemeClr val="tx1"/>
                  </a:solidFill>
                  <a:latin typeface="Bahnschrift" panose="020B0502040204020203" pitchFamily="34" charset="0"/>
                  <a:ea typeface="+mn-ea"/>
                  <a:cs typeface="Arial"/>
                  <a:sym typeface="Google Sans"/>
                </a:rPr>
                <a:t>Advisor</a:t>
              </a:r>
              <a:endParaRPr lang="en-US" sz="2000" b="1" dirty="0">
                <a:solidFill>
                  <a:schemeClr val="tx1"/>
                </a:solidFill>
                <a:latin typeface="Bahnschrift" panose="020B0502040204020203" pitchFamily="34" charset="0"/>
                <a:ea typeface="+mn-ea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A09D3-A016-A74B-CD5C-8026551AD938}"/>
              </a:ext>
            </a:extLst>
          </p:cNvPr>
          <p:cNvGrpSpPr/>
          <p:nvPr/>
        </p:nvGrpSpPr>
        <p:grpSpPr>
          <a:xfrm>
            <a:off x="2514601" y="2514601"/>
            <a:ext cx="4299855" cy="3923558"/>
            <a:chOff x="4184295" y="1911014"/>
            <a:chExt cx="2587240" cy="2566123"/>
          </a:xfrm>
        </p:grpSpPr>
        <p:sp>
          <p:nvSpPr>
            <p:cNvPr id="25" name="Google Shape;413;p19">
              <a:extLst>
                <a:ext uri="{FF2B5EF4-FFF2-40B4-BE49-F238E27FC236}">
                  <a16:creationId xmlns:a16="http://schemas.microsoft.com/office/drawing/2014/main" id="{6B109236-1340-2308-8E9F-EFDE1A1DAD7F}"/>
                </a:ext>
              </a:extLst>
            </p:cNvPr>
            <p:cNvSpPr/>
            <p:nvPr/>
          </p:nvSpPr>
          <p:spPr>
            <a:xfrm>
              <a:off x="4360332" y="1911014"/>
              <a:ext cx="2154045" cy="2056638"/>
            </a:xfrm>
            <a:prstGeom prst="ellipse">
              <a:avLst/>
            </a:prstGeom>
            <a:blipFill dpi="0" rotWithShape="1">
              <a:blip r:embed="rId8"/>
              <a:srcRect/>
              <a:stretch>
                <a:fillRect t="-4000" b="-5000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" name="Title 1">
              <a:extLst>
                <a:ext uri="{FF2B5EF4-FFF2-40B4-BE49-F238E27FC236}">
                  <a16:creationId xmlns:a16="http://schemas.microsoft.com/office/drawing/2014/main" id="{F971031A-9295-5A77-57A5-63FDBF718296}"/>
                </a:ext>
              </a:extLst>
            </p:cNvPr>
            <p:cNvSpPr txBox="1">
              <a:spLocks/>
            </p:cNvSpPr>
            <p:nvPr/>
          </p:nvSpPr>
          <p:spPr>
            <a:xfrm>
              <a:off x="4184295" y="4004094"/>
              <a:ext cx="2587240" cy="47304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lvl1pPr lvl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400" kern="1200">
                  <a:solidFill>
                    <a:schemeClr val="dk1"/>
                  </a:solidFill>
                  <a:latin typeface="Google Sans"/>
                  <a:ea typeface="Google Sans"/>
                  <a:cs typeface="Google Sans"/>
                  <a:sym typeface="Google Sans"/>
                </a:defRPr>
              </a:lvl1pPr>
              <a:lvl2pPr lvl="1" rtl="0">
                <a:spcBef>
                  <a:spcPts val="0"/>
                </a:spcBef>
                <a:spcAft>
                  <a:spcPts val="0"/>
                </a:spcAft>
                <a:buNone/>
                <a:defRPr sz="4667">
                  <a:latin typeface="Google Sans"/>
                  <a:ea typeface="Google Sans"/>
                  <a:cs typeface="Google Sans"/>
                  <a:sym typeface="Google Sans"/>
                </a:defRPr>
              </a:lvl2pPr>
              <a:lvl3pPr lvl="2" rtl="0">
                <a:spcBef>
                  <a:spcPts val="0"/>
                </a:spcBef>
                <a:spcAft>
                  <a:spcPts val="0"/>
                </a:spcAft>
                <a:buNone/>
                <a:defRPr sz="4667">
                  <a:latin typeface="Google Sans"/>
                  <a:ea typeface="Google Sans"/>
                  <a:cs typeface="Google Sans"/>
                  <a:sym typeface="Google Sans"/>
                </a:defRPr>
              </a:lvl3pPr>
              <a:lvl4pPr lvl="3" rtl="0">
                <a:spcBef>
                  <a:spcPts val="0"/>
                </a:spcBef>
                <a:spcAft>
                  <a:spcPts val="0"/>
                </a:spcAft>
                <a:buNone/>
                <a:defRPr sz="4667">
                  <a:latin typeface="Google Sans"/>
                  <a:ea typeface="Google Sans"/>
                  <a:cs typeface="Google Sans"/>
                  <a:sym typeface="Google Sans"/>
                </a:defRPr>
              </a:lvl4pPr>
              <a:lvl5pPr lvl="4" rtl="0">
                <a:spcBef>
                  <a:spcPts val="0"/>
                </a:spcBef>
                <a:spcAft>
                  <a:spcPts val="0"/>
                </a:spcAft>
                <a:buNone/>
                <a:defRPr sz="4667">
                  <a:latin typeface="Google Sans"/>
                  <a:ea typeface="Google Sans"/>
                  <a:cs typeface="Google Sans"/>
                  <a:sym typeface="Google Sans"/>
                </a:defRPr>
              </a:lvl5pPr>
              <a:lvl6pPr lvl="5" rtl="0">
                <a:spcBef>
                  <a:spcPts val="0"/>
                </a:spcBef>
                <a:spcAft>
                  <a:spcPts val="0"/>
                </a:spcAft>
                <a:buNone/>
                <a:defRPr sz="4667">
                  <a:latin typeface="Google Sans"/>
                  <a:ea typeface="Google Sans"/>
                  <a:cs typeface="Google Sans"/>
                  <a:sym typeface="Google Sans"/>
                </a:defRPr>
              </a:lvl6pPr>
              <a:lvl7pPr lvl="6" rtl="0">
                <a:spcBef>
                  <a:spcPts val="0"/>
                </a:spcBef>
                <a:spcAft>
                  <a:spcPts val="0"/>
                </a:spcAft>
                <a:buNone/>
                <a:defRPr sz="4667">
                  <a:latin typeface="Google Sans"/>
                  <a:ea typeface="Google Sans"/>
                  <a:cs typeface="Google Sans"/>
                  <a:sym typeface="Google Sans"/>
                </a:defRPr>
              </a:lvl7pPr>
              <a:lvl8pPr lvl="7" rtl="0">
                <a:spcBef>
                  <a:spcPts val="0"/>
                </a:spcBef>
                <a:spcAft>
                  <a:spcPts val="0"/>
                </a:spcAft>
                <a:buNone/>
                <a:defRPr sz="4667">
                  <a:latin typeface="Google Sans"/>
                  <a:ea typeface="Google Sans"/>
                  <a:cs typeface="Google Sans"/>
                  <a:sym typeface="Google Sans"/>
                </a:defRPr>
              </a:lvl8pPr>
              <a:lvl9pPr lvl="8" rtl="0">
                <a:spcBef>
                  <a:spcPts val="0"/>
                </a:spcBef>
                <a:spcAft>
                  <a:spcPts val="0"/>
                </a:spcAft>
                <a:buNone/>
                <a:defRPr sz="4667">
                  <a:latin typeface="Google Sans"/>
                  <a:ea typeface="Google Sans"/>
                  <a:cs typeface="Google Sans"/>
                  <a:sym typeface="Google Sans"/>
                </a:defRPr>
              </a:lvl9pPr>
            </a:lstStyle>
            <a:p>
              <a:pPr algn="ctr" defTabSz="630936">
                <a:spcAft>
                  <a:spcPts val="600"/>
                </a:spcAft>
              </a:pPr>
              <a:r>
                <a:rPr lang="en-US" sz="2000" b="1" kern="1200" dirty="0">
                  <a:solidFill>
                    <a:schemeClr val="tx1"/>
                  </a:solidFill>
                  <a:latin typeface="Bahnschrift" panose="020B0502040204020203" pitchFamily="34" charset="0"/>
                  <a:ea typeface="+mn-ea"/>
                  <a:cs typeface="Calibri"/>
                  <a:sym typeface="Google Sans"/>
                </a:rPr>
                <a:t>Chirag Bansal</a:t>
              </a:r>
              <a:r>
                <a:rPr lang="en-US" sz="2000" b="1" kern="1200" dirty="0">
                  <a:solidFill>
                    <a:schemeClr val="tx1"/>
                  </a:solidFill>
                  <a:latin typeface="Rockwell"/>
                  <a:ea typeface="+mn-ea"/>
                  <a:cs typeface="Calibri"/>
                  <a:sym typeface="Google Sans"/>
                </a:rPr>
                <a:t> </a:t>
              </a:r>
            </a:p>
            <a:p>
              <a:pPr algn="ctr" defTabSz="630936">
                <a:spcAft>
                  <a:spcPts val="600"/>
                </a:spcAft>
              </a:pPr>
              <a:r>
                <a:rPr lang="en-US" sz="2000" b="1" dirty="0">
                  <a:solidFill>
                    <a:schemeClr val="tx1"/>
                  </a:solidFill>
                  <a:latin typeface="Bahnschrift" panose="020B0502040204020203" pitchFamily="34" charset="0"/>
                  <a:ea typeface="+mn-ea"/>
                </a:rPr>
                <a:t>President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385994-F105-2C43-3399-D9B8661EA2DB}"/>
              </a:ext>
            </a:extLst>
          </p:cNvPr>
          <p:cNvGrpSpPr/>
          <p:nvPr/>
        </p:nvGrpSpPr>
        <p:grpSpPr>
          <a:xfrm>
            <a:off x="5925402" y="940206"/>
            <a:ext cx="3390015" cy="3662149"/>
            <a:chOff x="9794526" y="1848021"/>
            <a:chExt cx="2587240" cy="2700325"/>
          </a:xfrm>
        </p:grpSpPr>
        <p:sp>
          <p:nvSpPr>
            <p:cNvPr id="27" name="Google Shape;413;p19">
              <a:extLst>
                <a:ext uri="{FF2B5EF4-FFF2-40B4-BE49-F238E27FC236}">
                  <a16:creationId xmlns:a16="http://schemas.microsoft.com/office/drawing/2014/main" id="{9216229E-084B-E94E-5743-CE09A5192EF9}"/>
                </a:ext>
              </a:extLst>
            </p:cNvPr>
            <p:cNvSpPr/>
            <p:nvPr/>
          </p:nvSpPr>
          <p:spPr>
            <a:xfrm>
              <a:off x="10079419" y="1848021"/>
              <a:ext cx="2125291" cy="2056638"/>
            </a:xfrm>
            <a:prstGeom prst="ellipse">
              <a:avLst/>
            </a:prstGeom>
            <a:blipFill dpi="0" rotWithShape="1">
              <a:blip r:embed="rId9"/>
              <a:srcRect/>
              <a:stretch>
                <a:fillRect t="-4000" b="-5000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508AB556-A45D-0151-B7EE-A613F6556993}"/>
                </a:ext>
              </a:extLst>
            </p:cNvPr>
            <p:cNvSpPr txBox="1">
              <a:spLocks/>
            </p:cNvSpPr>
            <p:nvPr/>
          </p:nvSpPr>
          <p:spPr>
            <a:xfrm>
              <a:off x="9794526" y="3975339"/>
              <a:ext cx="2587240" cy="573007"/>
            </a:xfrm>
            <a:custGeom>
              <a:avLst/>
              <a:gdLst>
                <a:gd name="connsiteX0" fmla="*/ 0 w 3390015"/>
                <a:gd name="connsiteY0" fmla="*/ 0 h 777105"/>
                <a:gd name="connsiteX1" fmla="*/ 610203 w 3390015"/>
                <a:gd name="connsiteY1" fmla="*/ 0 h 777105"/>
                <a:gd name="connsiteX2" fmla="*/ 1356006 w 3390015"/>
                <a:gd name="connsiteY2" fmla="*/ 0 h 777105"/>
                <a:gd name="connsiteX3" fmla="*/ 2000109 w 3390015"/>
                <a:gd name="connsiteY3" fmla="*/ 0 h 777105"/>
                <a:gd name="connsiteX4" fmla="*/ 2610312 w 3390015"/>
                <a:gd name="connsiteY4" fmla="*/ 0 h 777105"/>
                <a:gd name="connsiteX5" fmla="*/ 3390015 w 3390015"/>
                <a:gd name="connsiteY5" fmla="*/ 0 h 777105"/>
                <a:gd name="connsiteX6" fmla="*/ 3390015 w 3390015"/>
                <a:gd name="connsiteY6" fmla="*/ 388553 h 777105"/>
                <a:gd name="connsiteX7" fmla="*/ 3390015 w 3390015"/>
                <a:gd name="connsiteY7" fmla="*/ 777105 h 777105"/>
                <a:gd name="connsiteX8" fmla="*/ 2712012 w 3390015"/>
                <a:gd name="connsiteY8" fmla="*/ 777105 h 777105"/>
                <a:gd name="connsiteX9" fmla="*/ 1966209 w 3390015"/>
                <a:gd name="connsiteY9" fmla="*/ 777105 h 777105"/>
                <a:gd name="connsiteX10" fmla="*/ 1220405 w 3390015"/>
                <a:gd name="connsiteY10" fmla="*/ 777105 h 777105"/>
                <a:gd name="connsiteX11" fmla="*/ 0 w 3390015"/>
                <a:gd name="connsiteY11" fmla="*/ 777105 h 777105"/>
                <a:gd name="connsiteX12" fmla="*/ 0 w 3390015"/>
                <a:gd name="connsiteY12" fmla="*/ 404095 h 777105"/>
                <a:gd name="connsiteX13" fmla="*/ 0 w 3390015"/>
                <a:gd name="connsiteY13" fmla="*/ 0 h 777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90015" h="777105" fill="none" extrusionOk="0">
                  <a:moveTo>
                    <a:pt x="0" y="0"/>
                  </a:moveTo>
                  <a:cubicBezTo>
                    <a:pt x="137736" y="13601"/>
                    <a:pt x="442402" y="22519"/>
                    <a:pt x="610203" y="0"/>
                  </a:cubicBezTo>
                  <a:cubicBezTo>
                    <a:pt x="778004" y="-22519"/>
                    <a:pt x="995378" y="-35030"/>
                    <a:pt x="1356006" y="0"/>
                  </a:cubicBezTo>
                  <a:cubicBezTo>
                    <a:pt x="1716634" y="35030"/>
                    <a:pt x="1731798" y="-24034"/>
                    <a:pt x="2000109" y="0"/>
                  </a:cubicBezTo>
                  <a:cubicBezTo>
                    <a:pt x="2268420" y="24034"/>
                    <a:pt x="2408937" y="22899"/>
                    <a:pt x="2610312" y="0"/>
                  </a:cubicBezTo>
                  <a:cubicBezTo>
                    <a:pt x="2811687" y="-22899"/>
                    <a:pt x="3186887" y="9230"/>
                    <a:pt x="3390015" y="0"/>
                  </a:cubicBezTo>
                  <a:cubicBezTo>
                    <a:pt x="3396596" y="146841"/>
                    <a:pt x="3394833" y="267046"/>
                    <a:pt x="3390015" y="388553"/>
                  </a:cubicBezTo>
                  <a:cubicBezTo>
                    <a:pt x="3385197" y="510060"/>
                    <a:pt x="3402618" y="698443"/>
                    <a:pt x="3390015" y="777105"/>
                  </a:cubicBezTo>
                  <a:cubicBezTo>
                    <a:pt x="3159752" y="788549"/>
                    <a:pt x="2872683" y="765784"/>
                    <a:pt x="2712012" y="777105"/>
                  </a:cubicBezTo>
                  <a:cubicBezTo>
                    <a:pt x="2551341" y="788426"/>
                    <a:pt x="2244421" y="809789"/>
                    <a:pt x="1966209" y="777105"/>
                  </a:cubicBezTo>
                  <a:cubicBezTo>
                    <a:pt x="1687997" y="744421"/>
                    <a:pt x="1439337" y="750314"/>
                    <a:pt x="1220405" y="777105"/>
                  </a:cubicBezTo>
                  <a:cubicBezTo>
                    <a:pt x="1001473" y="803896"/>
                    <a:pt x="595957" y="732608"/>
                    <a:pt x="0" y="777105"/>
                  </a:cubicBezTo>
                  <a:cubicBezTo>
                    <a:pt x="9748" y="663049"/>
                    <a:pt x="-6237" y="588133"/>
                    <a:pt x="0" y="404095"/>
                  </a:cubicBezTo>
                  <a:cubicBezTo>
                    <a:pt x="6237" y="220057"/>
                    <a:pt x="6066" y="158969"/>
                    <a:pt x="0" y="0"/>
                  </a:cubicBezTo>
                  <a:close/>
                </a:path>
                <a:path w="3390015" h="777105" stroke="0" extrusionOk="0">
                  <a:moveTo>
                    <a:pt x="0" y="0"/>
                  </a:moveTo>
                  <a:cubicBezTo>
                    <a:pt x="270732" y="32489"/>
                    <a:pt x="415974" y="-14333"/>
                    <a:pt x="745803" y="0"/>
                  </a:cubicBezTo>
                  <a:cubicBezTo>
                    <a:pt x="1075632" y="14333"/>
                    <a:pt x="1153783" y="-33796"/>
                    <a:pt x="1423806" y="0"/>
                  </a:cubicBezTo>
                  <a:cubicBezTo>
                    <a:pt x="1693829" y="33796"/>
                    <a:pt x="1785685" y="-5520"/>
                    <a:pt x="2034009" y="0"/>
                  </a:cubicBezTo>
                  <a:cubicBezTo>
                    <a:pt x="2282333" y="5520"/>
                    <a:pt x="2511867" y="29089"/>
                    <a:pt x="2712012" y="0"/>
                  </a:cubicBezTo>
                  <a:cubicBezTo>
                    <a:pt x="2912157" y="-29089"/>
                    <a:pt x="3129591" y="-23879"/>
                    <a:pt x="3390015" y="0"/>
                  </a:cubicBezTo>
                  <a:cubicBezTo>
                    <a:pt x="3392751" y="159692"/>
                    <a:pt x="3396643" y="210725"/>
                    <a:pt x="3390015" y="373010"/>
                  </a:cubicBezTo>
                  <a:cubicBezTo>
                    <a:pt x="3383388" y="535295"/>
                    <a:pt x="3395653" y="655769"/>
                    <a:pt x="3390015" y="777105"/>
                  </a:cubicBezTo>
                  <a:cubicBezTo>
                    <a:pt x="3266342" y="784034"/>
                    <a:pt x="3025523" y="790910"/>
                    <a:pt x="2813712" y="777105"/>
                  </a:cubicBezTo>
                  <a:cubicBezTo>
                    <a:pt x="2601901" y="763300"/>
                    <a:pt x="2425826" y="770578"/>
                    <a:pt x="2237410" y="777105"/>
                  </a:cubicBezTo>
                  <a:cubicBezTo>
                    <a:pt x="2048994" y="783632"/>
                    <a:pt x="1786113" y="770125"/>
                    <a:pt x="1593307" y="777105"/>
                  </a:cubicBezTo>
                  <a:cubicBezTo>
                    <a:pt x="1400501" y="784085"/>
                    <a:pt x="1212401" y="746370"/>
                    <a:pt x="949204" y="777105"/>
                  </a:cubicBezTo>
                  <a:cubicBezTo>
                    <a:pt x="686007" y="807840"/>
                    <a:pt x="473902" y="742695"/>
                    <a:pt x="0" y="777105"/>
                  </a:cubicBezTo>
                  <a:cubicBezTo>
                    <a:pt x="3651" y="598853"/>
                    <a:pt x="5375" y="553314"/>
                    <a:pt x="0" y="404095"/>
                  </a:cubicBezTo>
                  <a:cubicBezTo>
                    <a:pt x="-5375" y="254876"/>
                    <a:pt x="-11845" y="144072"/>
                    <a:pt x="0" y="0"/>
                  </a:cubicBezTo>
                  <a:close/>
                </a:path>
              </a:pathLst>
            </a:custGeom>
            <a:ln>
              <a:noFill/>
              <a:extLst>
                <a:ext uri="{C807C97D-BFC1-408E-A445-0C87EB9F89A2}">
                  <ask:lineSketchStyleProps xmlns:ask="http://schemas.microsoft.com/office/drawing/2018/sketchyshapes" sd="981765707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txBody>
            <a:bodyPr spcFirstLastPara="1" vert="horz" wrap="square" lIns="34275" tIns="34275" rIns="34275" bIns="34275" rtlCol="0" anchor="t" anchorCtr="0">
              <a:spAutoFit/>
            </a:bodyPr>
            <a:lstStyle>
              <a:lvl1pPr lvl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400" kern="1200">
                  <a:solidFill>
                    <a:schemeClr val="dk1"/>
                  </a:solidFill>
                  <a:latin typeface="Google Sans"/>
                  <a:ea typeface="Google Sans"/>
                  <a:cs typeface="Google Sans"/>
                  <a:sym typeface="Google Sans"/>
                </a:defRPr>
              </a:lvl1pPr>
              <a:lvl2pPr lvl="1" rtl="0">
                <a:spcBef>
                  <a:spcPts val="0"/>
                </a:spcBef>
                <a:spcAft>
                  <a:spcPts val="0"/>
                </a:spcAft>
                <a:buNone/>
                <a:defRPr sz="4667">
                  <a:latin typeface="Google Sans"/>
                  <a:ea typeface="Google Sans"/>
                  <a:cs typeface="Google Sans"/>
                  <a:sym typeface="Google Sans"/>
                </a:defRPr>
              </a:lvl2pPr>
              <a:lvl3pPr lvl="2" rtl="0">
                <a:spcBef>
                  <a:spcPts val="0"/>
                </a:spcBef>
                <a:spcAft>
                  <a:spcPts val="0"/>
                </a:spcAft>
                <a:buNone/>
                <a:defRPr sz="4667">
                  <a:latin typeface="Google Sans"/>
                  <a:ea typeface="Google Sans"/>
                  <a:cs typeface="Google Sans"/>
                  <a:sym typeface="Google Sans"/>
                </a:defRPr>
              </a:lvl3pPr>
              <a:lvl4pPr lvl="3" rtl="0">
                <a:spcBef>
                  <a:spcPts val="0"/>
                </a:spcBef>
                <a:spcAft>
                  <a:spcPts val="0"/>
                </a:spcAft>
                <a:buNone/>
                <a:defRPr sz="4667">
                  <a:latin typeface="Google Sans"/>
                  <a:ea typeface="Google Sans"/>
                  <a:cs typeface="Google Sans"/>
                  <a:sym typeface="Google Sans"/>
                </a:defRPr>
              </a:lvl4pPr>
              <a:lvl5pPr lvl="4" rtl="0">
                <a:spcBef>
                  <a:spcPts val="0"/>
                </a:spcBef>
                <a:spcAft>
                  <a:spcPts val="0"/>
                </a:spcAft>
                <a:buNone/>
                <a:defRPr sz="4667">
                  <a:latin typeface="Google Sans"/>
                  <a:ea typeface="Google Sans"/>
                  <a:cs typeface="Google Sans"/>
                  <a:sym typeface="Google Sans"/>
                </a:defRPr>
              </a:lvl5pPr>
              <a:lvl6pPr lvl="5" rtl="0">
                <a:spcBef>
                  <a:spcPts val="0"/>
                </a:spcBef>
                <a:spcAft>
                  <a:spcPts val="0"/>
                </a:spcAft>
                <a:buNone/>
                <a:defRPr sz="4667">
                  <a:latin typeface="Google Sans"/>
                  <a:ea typeface="Google Sans"/>
                  <a:cs typeface="Google Sans"/>
                  <a:sym typeface="Google Sans"/>
                </a:defRPr>
              </a:lvl6pPr>
              <a:lvl7pPr lvl="6" rtl="0">
                <a:spcBef>
                  <a:spcPts val="0"/>
                </a:spcBef>
                <a:spcAft>
                  <a:spcPts val="0"/>
                </a:spcAft>
                <a:buNone/>
                <a:defRPr sz="4667">
                  <a:latin typeface="Google Sans"/>
                  <a:ea typeface="Google Sans"/>
                  <a:cs typeface="Google Sans"/>
                  <a:sym typeface="Google Sans"/>
                </a:defRPr>
              </a:lvl7pPr>
              <a:lvl8pPr lvl="7" rtl="0">
                <a:spcBef>
                  <a:spcPts val="0"/>
                </a:spcBef>
                <a:spcAft>
                  <a:spcPts val="0"/>
                </a:spcAft>
                <a:buNone/>
                <a:defRPr sz="4667">
                  <a:latin typeface="Google Sans"/>
                  <a:ea typeface="Google Sans"/>
                  <a:cs typeface="Google Sans"/>
                  <a:sym typeface="Google Sans"/>
                </a:defRPr>
              </a:lvl8pPr>
              <a:lvl9pPr lvl="8" rtl="0">
                <a:spcBef>
                  <a:spcPts val="0"/>
                </a:spcBef>
                <a:spcAft>
                  <a:spcPts val="0"/>
                </a:spcAft>
                <a:buNone/>
                <a:defRPr sz="4667">
                  <a:latin typeface="Google Sans"/>
                  <a:ea typeface="Google Sans"/>
                  <a:cs typeface="Google Sans"/>
                  <a:sym typeface="Google Sans"/>
                </a:defRPr>
              </a:lvl9pPr>
            </a:lstStyle>
            <a:p>
              <a:pPr algn="ctr" defTabSz="630936">
                <a:spcAft>
                  <a:spcPts val="600"/>
                </a:spcAft>
              </a:pPr>
              <a:r>
                <a:rPr lang="en-US" sz="2000" b="1" kern="1200" dirty="0" err="1">
                  <a:solidFill>
                    <a:schemeClr val="tx1"/>
                  </a:solidFill>
                  <a:latin typeface="Bahnschrift" panose="020B0502040204020203" pitchFamily="34" charset="0"/>
                  <a:ea typeface="+mn-ea"/>
                  <a:cs typeface="Arial"/>
                  <a:sym typeface="Google Sans"/>
                </a:rPr>
                <a:t>Pavala</a:t>
              </a:r>
              <a:r>
                <a:rPr lang="en-US" sz="2000" b="1" kern="1200" dirty="0">
                  <a:solidFill>
                    <a:schemeClr val="tx1"/>
                  </a:solidFill>
                  <a:latin typeface="Bahnschrift" panose="020B0502040204020203" pitchFamily="34" charset="0"/>
                  <a:ea typeface="+mn-ea"/>
                  <a:cs typeface="Arial"/>
                  <a:sym typeface="Google Sans"/>
                </a:rPr>
                <a:t> </a:t>
              </a:r>
              <a:r>
                <a:rPr lang="en-US" sz="2000" b="1" kern="1200" dirty="0" err="1">
                  <a:solidFill>
                    <a:schemeClr val="tx1"/>
                  </a:solidFill>
                  <a:latin typeface="Bahnschrift" panose="020B0502040204020203" pitchFamily="34" charset="0"/>
                  <a:ea typeface="+mn-ea"/>
                  <a:cs typeface="Arial"/>
                  <a:sym typeface="Google Sans"/>
                </a:rPr>
                <a:t>Cholai</a:t>
              </a:r>
              <a:endParaRPr lang="en-US" sz="2000" b="1" kern="1200" dirty="0">
                <a:solidFill>
                  <a:schemeClr val="tx1"/>
                </a:solidFill>
                <a:latin typeface="Bahnschrift" panose="020B0502040204020203" pitchFamily="34" charset="0"/>
                <a:ea typeface="+mn-ea"/>
                <a:cs typeface="Arial"/>
                <a:sym typeface="Google Sans"/>
              </a:endParaRPr>
            </a:p>
            <a:p>
              <a:pPr algn="ctr" defTabSz="630936">
                <a:spcAft>
                  <a:spcPts val="600"/>
                </a:spcAft>
              </a:pPr>
              <a:r>
                <a:rPr lang="en-US" sz="2000" b="1" kern="1200" dirty="0">
                  <a:solidFill>
                    <a:schemeClr val="tx1"/>
                  </a:solidFill>
                  <a:latin typeface="Bahnschrift" panose="020B0502040204020203" pitchFamily="34" charset="0"/>
                  <a:ea typeface="+mn-ea"/>
                  <a:cs typeface="Arial"/>
                  <a:sym typeface="Google Sans"/>
                </a:rPr>
                <a:t>Tech Co-Lead</a:t>
              </a:r>
              <a:endParaRPr lang="en-US" sz="2000" b="1" dirty="0">
                <a:solidFill>
                  <a:schemeClr val="tx1"/>
                </a:solidFill>
                <a:latin typeface="Bahnschrift" panose="020B0502040204020203" pitchFamily="34" charset="0"/>
                <a:ea typeface="+mn-ea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2431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33E72FA3-BD00-444A-AD9B-E6C3D069C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3348A4-1D75-333A-1F77-C9BE41023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9427" y="-219119"/>
            <a:ext cx="8793569" cy="89961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>
              <a:spcBef>
                <a:spcPct val="0"/>
              </a:spcBef>
            </a:pPr>
            <a:r>
              <a:rPr lang="en-US" b="1" kern="1200" dirty="0">
                <a:solidFill>
                  <a:schemeClr val="tx1"/>
                </a:solidFill>
                <a:highlight>
                  <a:srgbClr val="FFFF00"/>
                </a:highlight>
                <a:latin typeface="Bahnschrift" panose="020B0502040204020203" pitchFamily="34" charset="0"/>
                <a:ea typeface="+mj-ea"/>
                <a:cs typeface="+mj-cs"/>
              </a:rPr>
              <a:t>MEET THE EXECUTIVE(CORE) TEAM:-</a:t>
            </a:r>
          </a:p>
        </p:txBody>
      </p:sp>
      <p:pic>
        <p:nvPicPr>
          <p:cNvPr id="38" name="Picture 37" descr="A blue and white rectangular sign with black text&#10;&#10;Description automatically generated">
            <a:extLst>
              <a:ext uri="{FF2B5EF4-FFF2-40B4-BE49-F238E27FC236}">
                <a16:creationId xmlns:a16="http://schemas.microsoft.com/office/drawing/2014/main" id="{9E89DEA3-724B-B267-72BE-3DF834CFCE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52" t="28721" r="11253" b="48879"/>
          <a:stretch/>
        </p:blipFill>
        <p:spPr>
          <a:xfrm>
            <a:off x="9064445" y="6513346"/>
            <a:ext cx="3124504" cy="343015"/>
          </a:xfrm>
          <a:prstGeom prst="rect">
            <a:avLst/>
          </a:prstGeom>
        </p:spPr>
      </p:pic>
      <p:pic>
        <p:nvPicPr>
          <p:cNvPr id="39" name="Picture 38" descr="A logo of a company&#10;&#10;Description automatically generated">
            <a:extLst>
              <a:ext uri="{FF2B5EF4-FFF2-40B4-BE49-F238E27FC236}">
                <a16:creationId xmlns:a16="http://schemas.microsoft.com/office/drawing/2014/main" id="{2EA5DB55-3996-9956-4232-5DC1579A18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088" y="6323647"/>
            <a:ext cx="2028945" cy="532714"/>
          </a:xfrm>
          <a:prstGeom prst="rect">
            <a:avLst/>
          </a:prstGeom>
        </p:spPr>
      </p:pic>
      <p:pic>
        <p:nvPicPr>
          <p:cNvPr id="53" name="Picture 52" descr="A person smiling in front of a bush">
            <a:extLst>
              <a:ext uri="{FF2B5EF4-FFF2-40B4-BE49-F238E27FC236}">
                <a16:creationId xmlns:a16="http://schemas.microsoft.com/office/drawing/2014/main" id="{CB3A51A7-29D4-F611-AAC8-6E071D411A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316" y="685792"/>
            <a:ext cx="2541941" cy="274320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07EF9D3F-122F-BD3E-D305-15B5941676F8}"/>
              </a:ext>
            </a:extLst>
          </p:cNvPr>
          <p:cNvSpPr txBox="1"/>
          <p:nvPr/>
        </p:nvSpPr>
        <p:spPr>
          <a:xfrm>
            <a:off x="598708" y="3479440"/>
            <a:ext cx="19039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Bahnschrift" panose="020B0502040204020203" pitchFamily="34" charset="0"/>
              </a:rPr>
              <a:t>Rushi Suthar</a:t>
            </a:r>
            <a:br>
              <a:rPr lang="en-US" sz="2000" b="1" dirty="0">
                <a:latin typeface="Bahnschrift" panose="020B0502040204020203" pitchFamily="34" charset="0"/>
              </a:rPr>
            </a:br>
            <a:r>
              <a:rPr lang="en-US" sz="2000" b="1" dirty="0">
                <a:latin typeface="Bahnschrift" panose="020B0502040204020203" pitchFamily="34" charset="0"/>
              </a:rPr>
              <a:t>Designer Lead</a:t>
            </a:r>
            <a:endParaRPr lang="en-IN" sz="2000" b="1" dirty="0">
              <a:latin typeface="Bahnschrift" panose="020B0502040204020203" pitchFamily="34" charset="0"/>
            </a:endParaRPr>
          </a:p>
        </p:txBody>
      </p:sp>
      <p:pic>
        <p:nvPicPr>
          <p:cNvPr id="57" name="Picture 56" descr="A person wearing glasses and a white shirt&#10;&#10;Description automatically generated">
            <a:extLst>
              <a:ext uri="{FF2B5EF4-FFF2-40B4-BE49-F238E27FC236}">
                <a16:creationId xmlns:a16="http://schemas.microsoft.com/office/drawing/2014/main" id="{5873EF92-32CB-F0F8-6EF2-6F09349968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98" t="8254" r="5958" b="14286"/>
          <a:stretch/>
        </p:blipFill>
        <p:spPr>
          <a:xfrm>
            <a:off x="4870572" y="702788"/>
            <a:ext cx="2550088" cy="262453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0C1CADAA-989B-9F68-1813-04EEE910401E}"/>
              </a:ext>
            </a:extLst>
          </p:cNvPr>
          <p:cNvSpPr txBox="1"/>
          <p:nvPr/>
        </p:nvSpPr>
        <p:spPr>
          <a:xfrm>
            <a:off x="2251264" y="6038852"/>
            <a:ext cx="3323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latin typeface="Bahnschrift" panose="020B0502040204020203" pitchFamily="34" charset="0"/>
              </a:rPr>
              <a:t>Aanal</a:t>
            </a:r>
            <a:r>
              <a:rPr lang="en-US" b="1" dirty="0">
                <a:latin typeface="Bahnschrift" panose="020B0502040204020203" pitchFamily="34" charset="0"/>
              </a:rPr>
              <a:t> Patel</a:t>
            </a:r>
            <a:br>
              <a:rPr lang="en-US" b="1" dirty="0">
                <a:latin typeface="Bahnschrift" panose="020B0502040204020203" pitchFamily="34" charset="0"/>
              </a:rPr>
            </a:br>
            <a:r>
              <a:rPr lang="en-US" b="1" dirty="0">
                <a:latin typeface="Bahnschrift" panose="020B0502040204020203" pitchFamily="34" charset="0"/>
              </a:rPr>
              <a:t>Social Media &amp; Outreach Lead</a:t>
            </a:r>
            <a:endParaRPr lang="en-IN" b="1" dirty="0">
              <a:latin typeface="Bahnschrift" panose="020B0502040204020203" pitchFamily="34" charset="0"/>
            </a:endParaRPr>
          </a:p>
        </p:txBody>
      </p:sp>
      <p:pic>
        <p:nvPicPr>
          <p:cNvPr id="60" name="Picture 59" descr="A person standing on a sidewalk&#10;&#10;Description automatically generated">
            <a:extLst>
              <a:ext uri="{FF2B5EF4-FFF2-40B4-BE49-F238E27FC236}">
                <a16:creationId xmlns:a16="http://schemas.microsoft.com/office/drawing/2014/main" id="{6843B913-D9B0-ACEF-13CD-DD47E63030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71" t="18890" r="24179" b="29999"/>
          <a:stretch/>
        </p:blipFill>
        <p:spPr>
          <a:xfrm>
            <a:off x="9248177" y="634357"/>
            <a:ext cx="2475881" cy="270385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85829F3C-7200-EA09-D9D7-9ECF03299777}"/>
              </a:ext>
            </a:extLst>
          </p:cNvPr>
          <p:cNvSpPr txBox="1"/>
          <p:nvPr/>
        </p:nvSpPr>
        <p:spPr>
          <a:xfrm>
            <a:off x="9265702" y="3367389"/>
            <a:ext cx="24758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Bahnschrift" panose="020B0502040204020203" pitchFamily="34" charset="0"/>
              </a:rPr>
              <a:t>Deeksha Prabhu</a:t>
            </a:r>
            <a:br>
              <a:rPr lang="en-US" sz="2000" b="1" dirty="0">
                <a:latin typeface="Bahnschrift" panose="020B0502040204020203" pitchFamily="34" charset="0"/>
              </a:rPr>
            </a:br>
            <a:r>
              <a:rPr lang="en-US" sz="2000" b="1" dirty="0">
                <a:latin typeface="Bahnschrift" panose="020B0502040204020203" pitchFamily="34" charset="0"/>
              </a:rPr>
              <a:t>Administrative Lead</a:t>
            </a:r>
            <a:endParaRPr lang="en-IN" sz="2000" b="1" dirty="0">
              <a:latin typeface="Bahnschrift" panose="020B0502040204020203" pitchFamily="34" charset="0"/>
            </a:endParaRPr>
          </a:p>
        </p:txBody>
      </p:sp>
      <p:pic>
        <p:nvPicPr>
          <p:cNvPr id="63" name="Picture 62" descr="A person with curly hair wearing a brown jacket&#10;&#10;Description automatically generated">
            <a:extLst>
              <a:ext uri="{FF2B5EF4-FFF2-40B4-BE49-F238E27FC236}">
                <a16:creationId xmlns:a16="http://schemas.microsoft.com/office/drawing/2014/main" id="{47B47398-1DF1-8A83-A8C5-F881227EF9C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533" y="3567405"/>
            <a:ext cx="2109212" cy="246318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0778B6A4-307F-0279-CA9A-F8BFAF6280F6}"/>
              </a:ext>
            </a:extLst>
          </p:cNvPr>
          <p:cNvSpPr txBox="1"/>
          <p:nvPr/>
        </p:nvSpPr>
        <p:spPr>
          <a:xfrm>
            <a:off x="7137675" y="6041116"/>
            <a:ext cx="2278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Bahnschrift" panose="020B0502040204020203" pitchFamily="34" charset="0"/>
              </a:rPr>
              <a:t>Anmol </a:t>
            </a:r>
            <a:r>
              <a:rPr lang="en-US" b="1" dirty="0" err="1">
                <a:latin typeface="Bahnschrift" panose="020B0502040204020203" pitchFamily="34" charset="0"/>
              </a:rPr>
              <a:t>Budhathoki</a:t>
            </a:r>
            <a:br>
              <a:rPr lang="en-US" b="1" dirty="0">
                <a:latin typeface="Bahnschrift" panose="020B0502040204020203" pitchFamily="34" charset="0"/>
              </a:rPr>
            </a:br>
            <a:r>
              <a:rPr lang="en-US" b="1" dirty="0">
                <a:latin typeface="Bahnschrift" panose="020B0502040204020203" pitchFamily="34" charset="0"/>
              </a:rPr>
              <a:t>Event Lead</a:t>
            </a:r>
            <a:endParaRPr lang="en-IN" b="1" dirty="0">
              <a:latin typeface="Bahnschrift" panose="020B0502040204020203" pitchFamily="34" charset="0"/>
            </a:endParaRPr>
          </a:p>
        </p:txBody>
      </p:sp>
      <p:pic>
        <p:nvPicPr>
          <p:cNvPr id="66" name="Picture 65" descr="A person with long black hair&#10;&#10;Description automatically generated">
            <a:extLst>
              <a:ext uri="{FF2B5EF4-FFF2-40B4-BE49-F238E27FC236}">
                <a16:creationId xmlns:a16="http://schemas.microsoft.com/office/drawing/2014/main" id="{B31F5274-A154-DF86-2AB0-2181610A5FC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37" t="5570" r="9770" b="10590"/>
          <a:stretch/>
        </p:blipFill>
        <p:spPr>
          <a:xfrm>
            <a:off x="2772249" y="3604574"/>
            <a:ext cx="2290096" cy="240325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26C43DDF-69BD-67B4-0BD6-8C5AA65F0E45}"/>
              </a:ext>
            </a:extLst>
          </p:cNvPr>
          <p:cNvSpPr txBox="1"/>
          <p:nvPr/>
        </p:nvSpPr>
        <p:spPr>
          <a:xfrm>
            <a:off x="5118365" y="3367390"/>
            <a:ext cx="2066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Bahnschrift" panose="020B0502040204020203" pitchFamily="34" charset="0"/>
              </a:rPr>
              <a:t>Rachana Basnet</a:t>
            </a:r>
            <a:br>
              <a:rPr lang="en-US" sz="2000" b="1" dirty="0">
                <a:latin typeface="Bahnschrift" panose="020B0502040204020203" pitchFamily="34" charset="0"/>
              </a:rPr>
            </a:br>
            <a:r>
              <a:rPr lang="en-US" sz="2000" b="1" dirty="0">
                <a:latin typeface="Bahnschrift" panose="020B0502040204020203" pitchFamily="34" charset="0"/>
              </a:rPr>
              <a:t>Tech-Co Lead</a:t>
            </a:r>
            <a:endParaRPr lang="en-IN" sz="2000" b="1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39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A73D2-5561-0846-C8D4-47B9B14D6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2375" y="2093209"/>
            <a:ext cx="2260584" cy="1288015"/>
          </a:xfrm>
        </p:spPr>
        <p:txBody>
          <a:bodyPr/>
          <a:lstStyle/>
          <a:p>
            <a:pPr algn="ctr"/>
            <a:r>
              <a:rPr lang="en-US" b="1" dirty="0"/>
              <a:t>Our Next </a:t>
            </a:r>
            <a:br>
              <a:rPr lang="en-US" b="1" dirty="0"/>
            </a:br>
            <a:r>
              <a:rPr lang="en-US" b="1" dirty="0"/>
              <a:t>Event: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CAF66B-C0CD-E6D1-C549-E19C1FFD42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45" t="26612" r="11980" b="50583"/>
          <a:stretch/>
        </p:blipFill>
        <p:spPr>
          <a:xfrm>
            <a:off x="8315960" y="72571"/>
            <a:ext cx="3845560" cy="501469"/>
          </a:xfrm>
          <a:prstGeom prst="rect">
            <a:avLst/>
          </a:prstGeom>
        </p:spPr>
      </p:pic>
      <p:pic>
        <p:nvPicPr>
          <p:cNvPr id="8" name="Picture 7" descr="A poster for a event&#10;&#10;Description automatically generated">
            <a:extLst>
              <a:ext uri="{FF2B5EF4-FFF2-40B4-BE49-F238E27FC236}">
                <a16:creationId xmlns:a16="http://schemas.microsoft.com/office/drawing/2014/main" id="{15C9EC91-D3B1-3CA2-D87C-1CC66D9C32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96" r="21729"/>
          <a:stretch/>
        </p:blipFill>
        <p:spPr>
          <a:xfrm>
            <a:off x="4379921" y="624840"/>
            <a:ext cx="6280404" cy="6211389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72B422F9-33EF-E22A-5037-8D43537CDC4A}"/>
              </a:ext>
            </a:extLst>
          </p:cNvPr>
          <p:cNvSpPr/>
          <p:nvPr/>
        </p:nvSpPr>
        <p:spPr>
          <a:xfrm>
            <a:off x="2641600" y="3683000"/>
            <a:ext cx="1333500" cy="1041400"/>
          </a:xfrm>
          <a:prstGeom prst="rightArrow">
            <a:avLst/>
          </a:prstGeom>
          <a:solidFill>
            <a:srgbClr val="FF00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342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140"/>
          <p:cNvSpPr txBox="1"/>
          <p:nvPr/>
        </p:nvSpPr>
        <p:spPr>
          <a:xfrm>
            <a:off x="4117121" y="881390"/>
            <a:ext cx="4634994" cy="11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/>
            <a:r>
              <a:rPr lang="en-US" sz="4000" b="1" dirty="0">
                <a:solidFill>
                  <a:srgbClr val="3C4043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Planned Activities: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90E78C-E434-7347-4216-4336EE7F43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0130" y="1407246"/>
            <a:ext cx="7302470" cy="4808978"/>
          </a:xfrm>
        </p:spPr>
        <p:txBody>
          <a:bodyPr/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200" dirty="0">
                <a:solidFill>
                  <a:schemeClr val="tx1"/>
                </a:solidFill>
                <a:highlight>
                  <a:srgbClr val="FFFF00"/>
                </a:highlight>
                <a:latin typeface="Permanent Marker"/>
              </a:rPr>
              <a:t>Workshops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200" dirty="0">
                <a:solidFill>
                  <a:schemeClr val="tx1"/>
                </a:solidFill>
                <a:highlight>
                  <a:srgbClr val="FFFF00"/>
                </a:highlight>
                <a:latin typeface="Permanent Marker"/>
              </a:rPr>
              <a:t>Hackathons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200" dirty="0">
                <a:solidFill>
                  <a:schemeClr val="tx1"/>
                </a:solidFill>
                <a:highlight>
                  <a:srgbClr val="FFFF00"/>
                </a:highlight>
                <a:latin typeface="Permanent Marker"/>
              </a:rPr>
              <a:t>Talk Sessions - Industry Experts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200" dirty="0">
                <a:solidFill>
                  <a:schemeClr val="tx1"/>
                </a:solidFill>
                <a:highlight>
                  <a:srgbClr val="FFFF00"/>
                </a:highlight>
                <a:latin typeface="Permanent Marker"/>
              </a:rPr>
              <a:t>Certification Bootcamp Series 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200" dirty="0">
                <a:solidFill>
                  <a:schemeClr val="tx1"/>
                </a:solidFill>
                <a:highlight>
                  <a:srgbClr val="FFFF00"/>
                </a:highlight>
                <a:latin typeface="Permanent Marker"/>
              </a:rPr>
              <a:t>Study Groups And Forums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200" dirty="0">
                <a:solidFill>
                  <a:schemeClr val="tx1"/>
                </a:solidFill>
                <a:highlight>
                  <a:srgbClr val="FFFF00"/>
                </a:highlight>
                <a:latin typeface="Permanent Marker"/>
              </a:rPr>
              <a:t>DSA Sessions and Contests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200" dirty="0">
                <a:solidFill>
                  <a:schemeClr val="tx1"/>
                </a:solidFill>
                <a:highlight>
                  <a:srgbClr val="FFFF00"/>
                </a:highlight>
                <a:latin typeface="Permanent Marker"/>
              </a:rPr>
              <a:t>Mock Interview</a:t>
            </a:r>
          </a:p>
        </p:txBody>
      </p:sp>
      <p:pic>
        <p:nvPicPr>
          <p:cNvPr id="4" name="Picture 3" descr="A logo of a company&#10;&#10;Description automatically generated">
            <a:extLst>
              <a:ext uri="{FF2B5EF4-FFF2-40B4-BE49-F238E27FC236}">
                <a16:creationId xmlns:a16="http://schemas.microsoft.com/office/drawing/2014/main" id="{5481CA10-77A7-6F76-C7CB-76D636A130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8850" y="6140392"/>
            <a:ext cx="2733150" cy="717608"/>
          </a:xfrm>
          <a:prstGeom prst="rect">
            <a:avLst/>
          </a:prstGeom>
        </p:spPr>
      </p:pic>
      <p:pic>
        <p:nvPicPr>
          <p:cNvPr id="5" name="Picture 4" descr="A logo of a shield&#10;&#10;Description automatically generated">
            <a:extLst>
              <a:ext uri="{FF2B5EF4-FFF2-40B4-BE49-F238E27FC236}">
                <a16:creationId xmlns:a16="http://schemas.microsoft.com/office/drawing/2014/main" id="{9F3A0A5C-2E52-A989-E093-913380F72B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66011"/>
            <a:ext cx="891989" cy="891989"/>
          </a:xfrm>
          <a:prstGeom prst="rect">
            <a:avLst/>
          </a:prstGeom>
        </p:spPr>
      </p:pic>
      <p:pic>
        <p:nvPicPr>
          <p:cNvPr id="6" name="Picture 5" descr="A logo with a white background&#10;&#10;Description automatically generated">
            <a:extLst>
              <a:ext uri="{FF2B5EF4-FFF2-40B4-BE49-F238E27FC236}">
                <a16:creationId xmlns:a16="http://schemas.microsoft.com/office/drawing/2014/main" id="{6E18DC77-D86C-FEB2-E905-839516EA7A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43" t="12971" r="14114" b="15503"/>
          <a:stretch/>
        </p:blipFill>
        <p:spPr>
          <a:xfrm>
            <a:off x="1" y="5966011"/>
            <a:ext cx="892204" cy="8919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C0FC04-B7A5-739F-CF21-BFE18246D1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45" t="26612" r="11980" b="50583"/>
          <a:stretch/>
        </p:blipFill>
        <p:spPr>
          <a:xfrm>
            <a:off x="8315960" y="72571"/>
            <a:ext cx="3845560" cy="50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786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780" y="584953"/>
            <a:ext cx="4367451" cy="567817"/>
          </a:xfrm>
        </p:spPr>
        <p:txBody>
          <a:bodyPr/>
          <a:lstStyle/>
          <a:p>
            <a:r>
              <a:rPr lang="en-GB" sz="3600" b="1" dirty="0">
                <a:highlight>
                  <a:srgbClr val="FFFF00"/>
                </a:highlight>
              </a:rPr>
              <a:t>WHAT WE DID BEFORE</a:t>
            </a:r>
            <a:endParaRPr lang="en-US" sz="3600" b="1" dirty="0">
              <a:highlight>
                <a:srgbClr val="FFFF00"/>
              </a:highlight>
            </a:endParaRPr>
          </a:p>
        </p:txBody>
      </p:sp>
      <p:pic>
        <p:nvPicPr>
          <p:cNvPr id="3" name="Picture 2" descr="A logo of a company&#10;&#10;Description automatically generated">
            <a:extLst>
              <a:ext uri="{FF2B5EF4-FFF2-40B4-BE49-F238E27FC236}">
                <a16:creationId xmlns:a16="http://schemas.microsoft.com/office/drawing/2014/main" id="{1A688314-16E3-5264-1414-FC72CB5D0D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989" y="6273801"/>
            <a:ext cx="2220324" cy="582962"/>
          </a:xfrm>
          <a:prstGeom prst="rect">
            <a:avLst/>
          </a:prstGeom>
        </p:spPr>
      </p:pic>
      <p:pic>
        <p:nvPicPr>
          <p:cNvPr id="4" name="Picture 3" descr="A logo of a shield&#10;&#10;Description automatically generated">
            <a:extLst>
              <a:ext uri="{FF2B5EF4-FFF2-40B4-BE49-F238E27FC236}">
                <a16:creationId xmlns:a16="http://schemas.microsoft.com/office/drawing/2014/main" id="{1EC9CF15-5293-CF27-1EA6-E2208EAE24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66011"/>
            <a:ext cx="891989" cy="8919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ADDE2C-A1C0-BFBB-1A9A-FC5831130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2260" y="773355"/>
            <a:ext cx="2792996" cy="21362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03AD18-6016-EA71-D603-B9EDF816B5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865" y="790487"/>
            <a:ext cx="3654877" cy="2395705"/>
          </a:xfrm>
          <a:prstGeom prst="rect">
            <a:avLst/>
          </a:prstGeom>
        </p:spPr>
      </p:pic>
      <p:pic>
        <p:nvPicPr>
          <p:cNvPr id="6" name="Picture 5" descr="A logo with a white background&#10;&#10;Description automatically generated">
            <a:extLst>
              <a:ext uri="{FF2B5EF4-FFF2-40B4-BE49-F238E27FC236}">
                <a16:creationId xmlns:a16="http://schemas.microsoft.com/office/drawing/2014/main" id="{588879E4-47A1-F1A6-426D-8B3C095A03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43" t="12971" r="14114" b="15503"/>
          <a:stretch/>
        </p:blipFill>
        <p:spPr>
          <a:xfrm>
            <a:off x="1" y="5966011"/>
            <a:ext cx="892204" cy="891989"/>
          </a:xfrm>
          <a:prstGeom prst="rect">
            <a:avLst/>
          </a:prstGeom>
        </p:spPr>
      </p:pic>
      <p:pic>
        <p:nvPicPr>
          <p:cNvPr id="10" name="Picture 9" descr="A poster for a business event&#10;&#10;Description automatically generated">
            <a:extLst>
              <a:ext uri="{FF2B5EF4-FFF2-40B4-BE49-F238E27FC236}">
                <a16:creationId xmlns:a16="http://schemas.microsoft.com/office/drawing/2014/main" id="{A42090BD-0ABD-74DD-B72E-4F717685CB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858" y="1241986"/>
            <a:ext cx="3296512" cy="4120642"/>
          </a:xfrm>
          <a:prstGeom prst="rect">
            <a:avLst/>
          </a:prstGeom>
        </p:spPr>
      </p:pic>
      <p:pic>
        <p:nvPicPr>
          <p:cNvPr id="13" name="Picture 12" descr="A flyer with a yellow and black background&#10;&#10;Description automatically generated">
            <a:extLst>
              <a:ext uri="{FF2B5EF4-FFF2-40B4-BE49-F238E27FC236}">
                <a16:creationId xmlns:a16="http://schemas.microsoft.com/office/drawing/2014/main" id="{D7D81805-1090-50AF-10BD-CA1E9D290E4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7382" y="3201885"/>
            <a:ext cx="3654878" cy="3654878"/>
          </a:xfrm>
          <a:prstGeom prst="rect">
            <a:avLst/>
          </a:prstGeom>
        </p:spPr>
      </p:pic>
      <p:pic>
        <p:nvPicPr>
          <p:cNvPr id="15" name="Picture 14" descr="A screenshot of a video game&#10;&#10;Description automatically generated">
            <a:extLst>
              <a:ext uri="{FF2B5EF4-FFF2-40B4-BE49-F238E27FC236}">
                <a16:creationId xmlns:a16="http://schemas.microsoft.com/office/drawing/2014/main" id="{F51CBCAB-E9BD-833F-2DA1-3E95FAAC789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358" y="2951956"/>
            <a:ext cx="2792995" cy="39510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8A5B0A-1483-F17F-A601-CF074DC87C7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45" t="26612" r="11980" b="50583"/>
          <a:stretch/>
        </p:blipFill>
        <p:spPr>
          <a:xfrm>
            <a:off x="8341360" y="47171"/>
            <a:ext cx="3845560" cy="50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257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138"/>
          <p:cNvSpPr txBox="1">
            <a:spLocks noGrp="1"/>
          </p:cNvSpPr>
          <p:nvPr>
            <p:ph type="title"/>
          </p:nvPr>
        </p:nvSpPr>
        <p:spPr>
          <a:xfrm>
            <a:off x="2989193" y="2016667"/>
            <a:ext cx="6390043" cy="2391384"/>
          </a:xfrm>
          <a:prstGeom prst="rect">
            <a:avLst/>
          </a:prstGeom>
        </p:spPr>
        <p:txBody>
          <a:bodyPr spcFirstLastPara="1" vert="horz" wrap="square" lIns="45700" tIns="45700" rIns="45700" bIns="45700" rtlCol="0" anchor="t" anchorCtr="0">
            <a:spAutoFit/>
          </a:bodyPr>
          <a:lstStyle/>
          <a:p>
            <a:pPr algn="ctr"/>
            <a:r>
              <a:rPr lang="en-US" sz="16600" b="1" dirty="0">
                <a:solidFill>
                  <a:schemeClr val="accent2"/>
                </a:solidFill>
                <a:latin typeface="Google Sans"/>
                <a:ea typeface="Google Sans"/>
                <a:cs typeface="Google Sans"/>
                <a:sym typeface="Google Sans"/>
              </a:rPr>
              <a:t>Q &amp; A</a:t>
            </a:r>
            <a:endParaRPr sz="16600" b="1" dirty="0">
              <a:solidFill>
                <a:schemeClr val="accent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" name="Picture 10" descr="A logo of a company&#10;&#10;Description automatically generated">
            <a:extLst>
              <a:ext uri="{FF2B5EF4-FFF2-40B4-BE49-F238E27FC236}">
                <a16:creationId xmlns:a16="http://schemas.microsoft.com/office/drawing/2014/main" id="{A2B0C965-759A-EA64-22F8-4CBA662194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2330" y="6115050"/>
            <a:ext cx="2829670" cy="7429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6427FA1-B3F8-A125-0065-F72BD23692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368" y="957905"/>
            <a:ext cx="3934374" cy="504895"/>
          </a:xfrm>
          <a:prstGeom prst="rect">
            <a:avLst/>
          </a:prstGeom>
        </p:spPr>
      </p:pic>
      <p:pic>
        <p:nvPicPr>
          <p:cNvPr id="4" name="Picture 3" descr="A logo of a shield&#10;&#10;Description automatically generated">
            <a:extLst>
              <a:ext uri="{FF2B5EF4-FFF2-40B4-BE49-F238E27FC236}">
                <a16:creationId xmlns:a16="http://schemas.microsoft.com/office/drawing/2014/main" id="{CBAB0CD8-5EA0-49CB-DE1C-AE7D450D11C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115050"/>
            <a:ext cx="742950" cy="742950"/>
          </a:xfrm>
          <a:prstGeom prst="rect">
            <a:avLst/>
          </a:prstGeom>
        </p:spPr>
      </p:pic>
      <p:pic>
        <p:nvPicPr>
          <p:cNvPr id="3" name="Picture 2" descr="Cartoon of boys with question marks pointing at each other&#10;&#10;Description automatically generated">
            <a:extLst>
              <a:ext uri="{FF2B5EF4-FFF2-40B4-BE49-F238E27FC236}">
                <a16:creationId xmlns:a16="http://schemas.microsoft.com/office/drawing/2014/main" id="{90554AC4-FE40-F78F-2D93-7A162FE329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0865" y="3436260"/>
            <a:ext cx="4187372" cy="2842984"/>
          </a:xfrm>
          <a:prstGeom prst="rect">
            <a:avLst/>
          </a:prstGeom>
        </p:spPr>
      </p:pic>
      <p:pic>
        <p:nvPicPr>
          <p:cNvPr id="6" name="Picture 5" descr="A logo with a white background&#10;&#10;Description automatically generated">
            <a:extLst>
              <a:ext uri="{FF2B5EF4-FFF2-40B4-BE49-F238E27FC236}">
                <a16:creationId xmlns:a16="http://schemas.microsoft.com/office/drawing/2014/main" id="{4B0C2DCF-91BC-F0BB-6879-84F7B2BC1B9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43" t="12971" r="14114" b="15503"/>
          <a:stretch/>
        </p:blipFill>
        <p:spPr>
          <a:xfrm>
            <a:off x="1" y="6020002"/>
            <a:ext cx="838200" cy="837998"/>
          </a:xfrm>
          <a:prstGeom prst="rect">
            <a:avLst/>
          </a:prstGeom>
        </p:spPr>
      </p:pic>
      <p:pic>
        <p:nvPicPr>
          <p:cNvPr id="7" name="Picture 6" descr="A close-up of a logo">
            <a:extLst>
              <a:ext uri="{FF2B5EF4-FFF2-40B4-BE49-F238E27FC236}">
                <a16:creationId xmlns:a16="http://schemas.microsoft.com/office/drawing/2014/main" id="{B3EF9E76-A3E4-13BF-0F91-F733A7BB55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430" y="514036"/>
            <a:ext cx="6390043" cy="1412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287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263</Words>
  <Application>Microsoft Office PowerPoint</Application>
  <PresentationFormat>Widescreen</PresentationFormat>
  <Paragraphs>47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Arial</vt:lpstr>
      <vt:lpstr>Bahnschrift</vt:lpstr>
      <vt:lpstr>Calibri</vt:lpstr>
      <vt:lpstr>Calibri Light</vt:lpstr>
      <vt:lpstr>Century</vt:lpstr>
      <vt:lpstr>Google Sans</vt:lpstr>
      <vt:lpstr>Permanent Marker</vt:lpstr>
      <vt:lpstr>Roboto Mono</vt:lpstr>
      <vt:lpstr>Rockwell</vt:lpstr>
      <vt:lpstr>Office Theme</vt:lpstr>
      <vt:lpstr>  Ask Me Anything  Fall 2024</vt:lpstr>
      <vt:lpstr>PowerPoint Presentation</vt:lpstr>
      <vt:lpstr>WHY GDG?</vt:lpstr>
      <vt:lpstr>PowerPoint Presentation</vt:lpstr>
      <vt:lpstr>MEET THE EXECUTIVE(CORE) TEAM:-</vt:lpstr>
      <vt:lpstr>MEET THE EXECUTIVE(CORE) TEAM:-</vt:lpstr>
      <vt:lpstr>Our Next  Event:</vt:lpstr>
      <vt:lpstr>PowerPoint Presentation</vt:lpstr>
      <vt:lpstr>WHAT WE DID BEFORE</vt:lpstr>
      <vt:lpstr>Q &amp; A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Rushi Suthar</cp:lastModifiedBy>
  <cp:revision>3</cp:revision>
  <dcterms:created xsi:type="dcterms:W3CDTF">2022-09-28T11:45:20Z</dcterms:created>
  <dcterms:modified xsi:type="dcterms:W3CDTF">2024-10-06T03:41:46Z</dcterms:modified>
</cp:coreProperties>
</file>